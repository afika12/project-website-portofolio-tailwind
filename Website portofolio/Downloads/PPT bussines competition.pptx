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Bagel Fat One" charset="1" panose="00000000000000000000"/>
      <p:regular r:id="rId16"/>
    </p:embeddedFont>
    <p:embeddedFont>
      <p:font typeface="TDTD가온" charset="1" panose="02000503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jpeg" Type="http://schemas.openxmlformats.org/officeDocument/2006/relationships/image"/><Relationship Id="rId8" Target="../media/image17.jpeg" Type="http://schemas.openxmlformats.org/officeDocument/2006/relationships/image"/><Relationship Id="rId9" Target="../media/image18.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2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svg" Type="http://schemas.openxmlformats.org/officeDocument/2006/relationships/image"/><Relationship Id="rId11" Target="../media/image31.png" Type="http://schemas.openxmlformats.org/officeDocument/2006/relationships/image"/><Relationship Id="rId12" Target="../media/image3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27.png" Type="http://schemas.openxmlformats.org/officeDocument/2006/relationships/image"/><Relationship Id="rId8" Target="../media/image28.svg" Type="http://schemas.openxmlformats.org/officeDocument/2006/relationships/image"/><Relationship Id="rId9" Target="../media/image2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svg" Type="http://schemas.openxmlformats.org/officeDocument/2006/relationships/image"/><Relationship Id="rId11" Target="../media/image37.png" Type="http://schemas.openxmlformats.org/officeDocument/2006/relationships/image"/><Relationship Id="rId12" Target="../media/image38.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svg" Type="http://schemas.openxmlformats.org/officeDocument/2006/relationships/image"/><Relationship Id="rId11" Target="../media/image31.png" Type="http://schemas.openxmlformats.org/officeDocument/2006/relationships/image"/><Relationship Id="rId12" Target="../media/image32.svg" Type="http://schemas.openxmlformats.org/officeDocument/2006/relationships/image"/><Relationship Id="rId13" Target="../media/image43.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41.png" Type="http://schemas.openxmlformats.org/officeDocument/2006/relationships/image"/><Relationship Id="rId8" Target="../media/image42.svg" Type="http://schemas.openxmlformats.org/officeDocument/2006/relationships/image"/><Relationship Id="rId9" Target="../media/image2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svg" Type="http://schemas.openxmlformats.org/officeDocument/2006/relationships/image"/><Relationship Id="rId11" Target="../media/image37.png" Type="http://schemas.openxmlformats.org/officeDocument/2006/relationships/image"/><Relationship Id="rId12" Target="../media/image38.svg" Type="http://schemas.openxmlformats.org/officeDocument/2006/relationships/image"/><Relationship Id="rId13" Target="../media/image29.png" Type="http://schemas.openxmlformats.org/officeDocument/2006/relationships/image"/><Relationship Id="rId14" Target="../media/image30.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44.png" Type="http://schemas.openxmlformats.org/officeDocument/2006/relationships/image"/><Relationship Id="rId8" Target="../media/image45.svg" Type="http://schemas.openxmlformats.org/officeDocument/2006/relationships/image"/><Relationship Id="rId9" Target="../media/image4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1.svg" Type="http://schemas.openxmlformats.org/officeDocument/2006/relationships/image"/><Relationship Id="rId11" Target="../media/image21.png" Type="http://schemas.openxmlformats.org/officeDocument/2006/relationships/image"/><Relationship Id="rId12" Target="../media/image2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8.png" Type="http://schemas.openxmlformats.org/officeDocument/2006/relationships/image"/><Relationship Id="rId6" Target="../media/image49.svg" Type="http://schemas.openxmlformats.org/officeDocument/2006/relationships/image"/><Relationship Id="rId7" Target="../media/image23.png" Type="http://schemas.openxmlformats.org/officeDocument/2006/relationships/image"/><Relationship Id="rId8" Target="../media/image24.svg" Type="http://schemas.openxmlformats.org/officeDocument/2006/relationships/image"/><Relationship Id="rId9" Target="../media/image5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54.png" Type="http://schemas.openxmlformats.org/officeDocument/2006/relationships/image"/><Relationship Id="rId14" Target="../media/image55.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media/image52.png" Type="http://schemas.openxmlformats.org/officeDocument/2006/relationships/image"/><Relationship Id="rId8" Target="../media/image53.svg" Type="http://schemas.openxmlformats.org/officeDocument/2006/relationships/image"/><Relationship Id="rId9" Target="../media/image3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9.svg" Type="http://schemas.openxmlformats.org/officeDocument/2006/relationships/image"/><Relationship Id="rId11" Target="../media/image23.png" Type="http://schemas.openxmlformats.org/officeDocument/2006/relationships/image"/><Relationship Id="rId12" Target="../media/image24.svg" Type="http://schemas.openxmlformats.org/officeDocument/2006/relationships/image"/><Relationship Id="rId13" Target="../media/image27.png" Type="http://schemas.openxmlformats.org/officeDocument/2006/relationships/image"/><Relationship Id="rId14" Target="../media/image28.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5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ED3CC"/>
        </a:solidFill>
      </p:bgPr>
    </p:bg>
    <p:spTree>
      <p:nvGrpSpPr>
        <p:cNvPr id="1" name=""/>
        <p:cNvGrpSpPr/>
        <p:nvPr/>
      </p:nvGrpSpPr>
      <p:grpSpPr>
        <a:xfrm>
          <a:off x="0" y="0"/>
          <a:ext cx="0" cy="0"/>
          <a:chOff x="0" y="0"/>
          <a:chExt cx="0" cy="0"/>
        </a:xfrm>
      </p:grpSpPr>
      <p:sp>
        <p:nvSpPr>
          <p:cNvPr name="Freeform 2" id="2"/>
          <p:cNvSpPr/>
          <p:nvPr/>
        </p:nvSpPr>
        <p:spPr>
          <a:xfrm flipH="false" flipV="false" rot="0">
            <a:off x="-1943100" y="-394552"/>
            <a:ext cx="11087100" cy="11087100"/>
          </a:xfrm>
          <a:custGeom>
            <a:avLst/>
            <a:gdLst/>
            <a:ahLst/>
            <a:cxnLst/>
            <a:rect r="r" b="b" t="t" l="l"/>
            <a:pathLst>
              <a:path h="11087100" w="11087100">
                <a:moveTo>
                  <a:pt x="0" y="0"/>
                </a:moveTo>
                <a:lnTo>
                  <a:pt x="11087100" y="0"/>
                </a:lnTo>
                <a:lnTo>
                  <a:pt x="11087100" y="11087100"/>
                </a:lnTo>
                <a:lnTo>
                  <a:pt x="0" y="11087100"/>
                </a:lnTo>
                <a:lnTo>
                  <a:pt x="0" y="0"/>
                </a:lnTo>
                <a:close/>
              </a:path>
            </a:pathLst>
          </a:custGeom>
          <a:blipFill>
            <a:blip r:embed="rId2">
              <a:alphaModFix amt="40000"/>
            </a:blip>
            <a:stretch>
              <a:fillRect l="0" t="0" r="0" b="0"/>
            </a:stretch>
          </a:blipFill>
        </p:spPr>
      </p:sp>
      <p:sp>
        <p:nvSpPr>
          <p:cNvPr name="Freeform 3" id="3"/>
          <p:cNvSpPr/>
          <p:nvPr/>
        </p:nvSpPr>
        <p:spPr>
          <a:xfrm flipH="false" flipV="false" rot="0">
            <a:off x="9144000" y="-405548"/>
            <a:ext cx="11087100" cy="11087100"/>
          </a:xfrm>
          <a:custGeom>
            <a:avLst/>
            <a:gdLst/>
            <a:ahLst/>
            <a:cxnLst/>
            <a:rect r="r" b="b" t="t" l="l"/>
            <a:pathLst>
              <a:path h="11087100" w="11087100">
                <a:moveTo>
                  <a:pt x="0" y="0"/>
                </a:moveTo>
                <a:lnTo>
                  <a:pt x="11087100" y="0"/>
                </a:lnTo>
                <a:lnTo>
                  <a:pt x="11087100" y="11087100"/>
                </a:lnTo>
                <a:lnTo>
                  <a:pt x="0" y="11087100"/>
                </a:lnTo>
                <a:lnTo>
                  <a:pt x="0" y="0"/>
                </a:lnTo>
                <a:close/>
              </a:path>
            </a:pathLst>
          </a:custGeom>
          <a:blipFill>
            <a:blip r:embed="rId2">
              <a:alphaModFix amt="40000"/>
            </a:blip>
            <a:stretch>
              <a:fillRect l="0" t="0" r="0" b="0"/>
            </a:stretch>
          </a:blipFill>
        </p:spPr>
      </p:sp>
      <p:sp>
        <p:nvSpPr>
          <p:cNvPr name="Freeform 4" id="4"/>
          <p:cNvSpPr/>
          <p:nvPr/>
        </p:nvSpPr>
        <p:spPr>
          <a:xfrm flipH="false" flipV="false" rot="0">
            <a:off x="-253441" y="7134204"/>
            <a:ext cx="19316939" cy="7987004"/>
          </a:xfrm>
          <a:custGeom>
            <a:avLst/>
            <a:gdLst/>
            <a:ahLst/>
            <a:cxnLst/>
            <a:rect r="r" b="b" t="t" l="l"/>
            <a:pathLst>
              <a:path h="7987004" w="19316939">
                <a:moveTo>
                  <a:pt x="0" y="0"/>
                </a:moveTo>
                <a:lnTo>
                  <a:pt x="19316940" y="0"/>
                </a:lnTo>
                <a:lnTo>
                  <a:pt x="19316940" y="7987004"/>
                </a:lnTo>
                <a:lnTo>
                  <a:pt x="0" y="7987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28700" y="1761449"/>
            <a:ext cx="16230600" cy="6079097"/>
          </a:xfrm>
          <a:custGeom>
            <a:avLst/>
            <a:gdLst/>
            <a:ahLst/>
            <a:cxnLst/>
            <a:rect r="r" b="b" t="t" l="l"/>
            <a:pathLst>
              <a:path h="6079097" w="16230600">
                <a:moveTo>
                  <a:pt x="0" y="0"/>
                </a:moveTo>
                <a:lnTo>
                  <a:pt x="16230600" y="0"/>
                </a:lnTo>
                <a:lnTo>
                  <a:pt x="16230600" y="6079098"/>
                </a:lnTo>
                <a:lnTo>
                  <a:pt x="0" y="60790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3834722" y="7134204"/>
            <a:ext cx="10618555" cy="5444423"/>
          </a:xfrm>
          <a:custGeom>
            <a:avLst/>
            <a:gdLst/>
            <a:ahLst/>
            <a:cxnLst/>
            <a:rect r="r" b="b" t="t" l="l"/>
            <a:pathLst>
              <a:path h="5444423" w="10618555">
                <a:moveTo>
                  <a:pt x="0" y="0"/>
                </a:moveTo>
                <a:lnTo>
                  <a:pt x="10618556" y="0"/>
                </a:lnTo>
                <a:lnTo>
                  <a:pt x="10618556" y="5444423"/>
                </a:lnTo>
                <a:lnTo>
                  <a:pt x="0" y="54444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7061759" y="5385845"/>
            <a:ext cx="4164481" cy="2665268"/>
          </a:xfrm>
          <a:custGeom>
            <a:avLst/>
            <a:gdLst/>
            <a:ahLst/>
            <a:cxnLst/>
            <a:rect r="r" b="b" t="t" l="l"/>
            <a:pathLst>
              <a:path h="2665268" w="4164481">
                <a:moveTo>
                  <a:pt x="0" y="0"/>
                </a:moveTo>
                <a:lnTo>
                  <a:pt x="4164482" y="0"/>
                </a:lnTo>
                <a:lnTo>
                  <a:pt x="4164482" y="2665268"/>
                </a:lnTo>
                <a:lnTo>
                  <a:pt x="0" y="266526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1226241" y="5068703"/>
            <a:ext cx="2298717" cy="3250115"/>
          </a:xfrm>
          <a:custGeom>
            <a:avLst/>
            <a:gdLst/>
            <a:ahLst/>
            <a:cxnLst/>
            <a:rect r="r" b="b" t="t" l="l"/>
            <a:pathLst>
              <a:path h="3250115" w="2298717">
                <a:moveTo>
                  <a:pt x="0" y="0"/>
                </a:moveTo>
                <a:lnTo>
                  <a:pt x="2298717" y="0"/>
                </a:lnTo>
                <a:lnTo>
                  <a:pt x="2298717" y="3250114"/>
                </a:lnTo>
                <a:lnTo>
                  <a:pt x="0" y="325011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5357145" y="6722142"/>
            <a:ext cx="2051802" cy="1596675"/>
          </a:xfrm>
          <a:custGeom>
            <a:avLst/>
            <a:gdLst/>
            <a:ahLst/>
            <a:cxnLst/>
            <a:rect r="r" b="b" t="t" l="l"/>
            <a:pathLst>
              <a:path h="1596675" w="2051802">
                <a:moveTo>
                  <a:pt x="0" y="0"/>
                </a:moveTo>
                <a:lnTo>
                  <a:pt x="2051802" y="0"/>
                </a:lnTo>
                <a:lnTo>
                  <a:pt x="2051802" y="1596675"/>
                </a:lnTo>
                <a:lnTo>
                  <a:pt x="0" y="159667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0" id="10"/>
          <p:cNvSpPr txBox="true"/>
          <p:nvPr/>
        </p:nvSpPr>
        <p:spPr>
          <a:xfrm rot="0">
            <a:off x="1602887" y="2875390"/>
            <a:ext cx="15082226" cy="2032128"/>
          </a:xfrm>
          <a:prstGeom prst="rect">
            <a:avLst/>
          </a:prstGeom>
        </p:spPr>
        <p:txBody>
          <a:bodyPr anchor="t" rtlCol="false" tIns="0" lIns="0" bIns="0" rIns="0">
            <a:spAutoFit/>
          </a:bodyPr>
          <a:lstStyle/>
          <a:p>
            <a:pPr algn="ctr">
              <a:lnSpc>
                <a:spcPts val="16617"/>
              </a:lnSpc>
            </a:pPr>
            <a:r>
              <a:rPr lang="en-US" sz="11869">
                <a:solidFill>
                  <a:srgbClr val="75200F"/>
                </a:solidFill>
                <a:latin typeface="Bagel Fat One"/>
                <a:ea typeface="Bagel Fat One"/>
                <a:cs typeface="Bagel Fat One"/>
                <a:sym typeface="Bagel Fat One"/>
              </a:rPr>
              <a:t>Bussines competition</a:t>
            </a:r>
          </a:p>
        </p:txBody>
      </p:sp>
      <p:sp>
        <p:nvSpPr>
          <p:cNvPr name="TextBox 11" id="11"/>
          <p:cNvSpPr txBox="true"/>
          <p:nvPr/>
        </p:nvSpPr>
        <p:spPr>
          <a:xfrm rot="0">
            <a:off x="4181746" y="1962610"/>
            <a:ext cx="9924508" cy="1141380"/>
          </a:xfrm>
          <a:prstGeom prst="rect">
            <a:avLst/>
          </a:prstGeom>
        </p:spPr>
        <p:txBody>
          <a:bodyPr anchor="t" rtlCol="false" tIns="0" lIns="0" bIns="0" rIns="0">
            <a:spAutoFit/>
          </a:bodyPr>
          <a:lstStyle/>
          <a:p>
            <a:pPr algn="ctr">
              <a:lnSpc>
                <a:spcPts val="9267"/>
              </a:lnSpc>
            </a:pPr>
            <a:r>
              <a:rPr lang="en-US" sz="6619">
                <a:solidFill>
                  <a:srgbClr val="75200F"/>
                </a:solidFill>
                <a:latin typeface="TDTD가온"/>
                <a:ea typeface="TDTD가온"/>
                <a:cs typeface="TDTD가온"/>
                <a:sym typeface="TDTD가온"/>
              </a:rPr>
              <a:t>nyam nyam food n drink</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ED3CC"/>
        </a:solidFill>
      </p:bgPr>
    </p:bg>
    <p:spTree>
      <p:nvGrpSpPr>
        <p:cNvPr id="1" name=""/>
        <p:cNvGrpSpPr/>
        <p:nvPr/>
      </p:nvGrpSpPr>
      <p:grpSpPr>
        <a:xfrm>
          <a:off x="0" y="0"/>
          <a:ext cx="0" cy="0"/>
          <a:chOff x="0" y="0"/>
          <a:chExt cx="0" cy="0"/>
        </a:xfrm>
      </p:grpSpPr>
      <p:sp>
        <p:nvSpPr>
          <p:cNvPr name="Freeform 2" id="2"/>
          <p:cNvSpPr/>
          <p:nvPr/>
        </p:nvSpPr>
        <p:spPr>
          <a:xfrm flipH="false" flipV="false" rot="0">
            <a:off x="-1943100" y="-394552"/>
            <a:ext cx="11087100" cy="11087100"/>
          </a:xfrm>
          <a:custGeom>
            <a:avLst/>
            <a:gdLst/>
            <a:ahLst/>
            <a:cxnLst/>
            <a:rect r="r" b="b" t="t" l="l"/>
            <a:pathLst>
              <a:path h="11087100" w="11087100">
                <a:moveTo>
                  <a:pt x="0" y="0"/>
                </a:moveTo>
                <a:lnTo>
                  <a:pt x="11087100" y="0"/>
                </a:lnTo>
                <a:lnTo>
                  <a:pt x="11087100" y="11087100"/>
                </a:lnTo>
                <a:lnTo>
                  <a:pt x="0" y="11087100"/>
                </a:lnTo>
                <a:lnTo>
                  <a:pt x="0" y="0"/>
                </a:lnTo>
                <a:close/>
              </a:path>
            </a:pathLst>
          </a:custGeom>
          <a:blipFill>
            <a:blip r:embed="rId2">
              <a:alphaModFix amt="40000"/>
            </a:blip>
            <a:stretch>
              <a:fillRect l="0" t="0" r="0" b="0"/>
            </a:stretch>
          </a:blipFill>
        </p:spPr>
      </p:sp>
      <p:sp>
        <p:nvSpPr>
          <p:cNvPr name="Freeform 3" id="3"/>
          <p:cNvSpPr/>
          <p:nvPr/>
        </p:nvSpPr>
        <p:spPr>
          <a:xfrm flipH="false" flipV="false" rot="0">
            <a:off x="9144000" y="-405548"/>
            <a:ext cx="11087100" cy="11087100"/>
          </a:xfrm>
          <a:custGeom>
            <a:avLst/>
            <a:gdLst/>
            <a:ahLst/>
            <a:cxnLst/>
            <a:rect r="r" b="b" t="t" l="l"/>
            <a:pathLst>
              <a:path h="11087100" w="11087100">
                <a:moveTo>
                  <a:pt x="0" y="0"/>
                </a:moveTo>
                <a:lnTo>
                  <a:pt x="11087100" y="0"/>
                </a:lnTo>
                <a:lnTo>
                  <a:pt x="11087100" y="11087100"/>
                </a:lnTo>
                <a:lnTo>
                  <a:pt x="0" y="11087100"/>
                </a:lnTo>
                <a:lnTo>
                  <a:pt x="0" y="0"/>
                </a:lnTo>
                <a:close/>
              </a:path>
            </a:pathLst>
          </a:custGeom>
          <a:blipFill>
            <a:blip r:embed="rId2">
              <a:alphaModFix amt="40000"/>
            </a:blip>
            <a:stretch>
              <a:fillRect l="0" t="0" r="0" b="0"/>
            </a:stretch>
          </a:blipFill>
        </p:spPr>
      </p:sp>
      <p:sp>
        <p:nvSpPr>
          <p:cNvPr name="Freeform 4" id="4"/>
          <p:cNvSpPr/>
          <p:nvPr/>
        </p:nvSpPr>
        <p:spPr>
          <a:xfrm flipH="false" flipV="false" rot="0">
            <a:off x="-253441" y="7134204"/>
            <a:ext cx="19316939" cy="7987004"/>
          </a:xfrm>
          <a:custGeom>
            <a:avLst/>
            <a:gdLst/>
            <a:ahLst/>
            <a:cxnLst/>
            <a:rect r="r" b="b" t="t" l="l"/>
            <a:pathLst>
              <a:path h="7987004" w="19316939">
                <a:moveTo>
                  <a:pt x="0" y="0"/>
                </a:moveTo>
                <a:lnTo>
                  <a:pt x="19316940" y="0"/>
                </a:lnTo>
                <a:lnTo>
                  <a:pt x="19316940" y="7987004"/>
                </a:lnTo>
                <a:lnTo>
                  <a:pt x="0" y="7987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265663" y="3096646"/>
            <a:ext cx="4010677" cy="6161654"/>
          </a:xfrm>
          <a:custGeom>
            <a:avLst/>
            <a:gdLst/>
            <a:ahLst/>
            <a:cxnLst/>
            <a:rect r="r" b="b" t="t" l="l"/>
            <a:pathLst>
              <a:path h="6161654" w="4010677">
                <a:moveTo>
                  <a:pt x="0" y="0"/>
                </a:moveTo>
                <a:lnTo>
                  <a:pt x="4010677" y="0"/>
                </a:lnTo>
                <a:lnTo>
                  <a:pt x="4010677" y="6161654"/>
                </a:lnTo>
                <a:lnTo>
                  <a:pt x="0" y="61616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7136586" y="3096646"/>
            <a:ext cx="4010677" cy="6161654"/>
          </a:xfrm>
          <a:custGeom>
            <a:avLst/>
            <a:gdLst/>
            <a:ahLst/>
            <a:cxnLst/>
            <a:rect r="r" b="b" t="t" l="l"/>
            <a:pathLst>
              <a:path h="6161654" w="4010677">
                <a:moveTo>
                  <a:pt x="0" y="0"/>
                </a:moveTo>
                <a:lnTo>
                  <a:pt x="4010677" y="0"/>
                </a:lnTo>
                <a:lnTo>
                  <a:pt x="4010677" y="6161654"/>
                </a:lnTo>
                <a:lnTo>
                  <a:pt x="0" y="61616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011660" y="3096646"/>
            <a:ext cx="4010677" cy="6161654"/>
          </a:xfrm>
          <a:custGeom>
            <a:avLst/>
            <a:gdLst/>
            <a:ahLst/>
            <a:cxnLst/>
            <a:rect r="r" b="b" t="t" l="l"/>
            <a:pathLst>
              <a:path h="6161654" w="4010677">
                <a:moveTo>
                  <a:pt x="0" y="0"/>
                </a:moveTo>
                <a:lnTo>
                  <a:pt x="4010677" y="0"/>
                </a:lnTo>
                <a:lnTo>
                  <a:pt x="4010677" y="6161654"/>
                </a:lnTo>
                <a:lnTo>
                  <a:pt x="0" y="61616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1939749" y="3587137"/>
            <a:ext cx="2662506" cy="3993759"/>
            <a:chOff x="0" y="0"/>
            <a:chExt cx="6350000" cy="9525000"/>
          </a:xfrm>
        </p:grpSpPr>
        <p:sp>
          <p:nvSpPr>
            <p:cNvPr name="Freeform 9" id="9"/>
            <p:cNvSpPr/>
            <p:nvPr/>
          </p:nvSpPr>
          <p:spPr>
            <a:xfrm flipH="false" flipV="false" rot="0">
              <a:off x="0" y="0"/>
              <a:ext cx="6350000" cy="9525000"/>
            </a:xfrm>
            <a:custGeom>
              <a:avLst/>
              <a:gdLst/>
              <a:ahLst/>
              <a:cxnLst/>
              <a:rect r="r" b="b" t="t" l="l"/>
              <a:pathLst>
                <a:path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7"/>
              <a:stretch>
                <a:fillRect l="0" t="-9259" r="0" b="-9259"/>
              </a:stretch>
            </a:blipFill>
          </p:spPr>
        </p:sp>
      </p:grpSp>
      <p:grpSp>
        <p:nvGrpSpPr>
          <p:cNvPr name="Group 10" id="10"/>
          <p:cNvGrpSpPr/>
          <p:nvPr/>
        </p:nvGrpSpPr>
        <p:grpSpPr>
          <a:xfrm rot="0">
            <a:off x="7812747" y="3587137"/>
            <a:ext cx="2662506" cy="3993759"/>
            <a:chOff x="0" y="0"/>
            <a:chExt cx="6350000" cy="9525000"/>
          </a:xfrm>
        </p:grpSpPr>
        <p:sp>
          <p:nvSpPr>
            <p:cNvPr name="Freeform 11" id="11"/>
            <p:cNvSpPr/>
            <p:nvPr/>
          </p:nvSpPr>
          <p:spPr>
            <a:xfrm flipH="false" flipV="false" rot="0">
              <a:off x="0" y="0"/>
              <a:ext cx="6350000" cy="9525000"/>
            </a:xfrm>
            <a:custGeom>
              <a:avLst/>
              <a:gdLst/>
              <a:ahLst/>
              <a:cxnLst/>
              <a:rect r="r" b="b" t="t" l="l"/>
              <a:pathLst>
                <a:path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8"/>
              <a:stretch>
                <a:fillRect l="0" t="-9259" r="0" b="-9259"/>
              </a:stretch>
            </a:blipFill>
          </p:spPr>
        </p:sp>
      </p:grpSp>
      <p:grpSp>
        <p:nvGrpSpPr>
          <p:cNvPr name="Group 12" id="12"/>
          <p:cNvGrpSpPr/>
          <p:nvPr/>
        </p:nvGrpSpPr>
        <p:grpSpPr>
          <a:xfrm rot="0">
            <a:off x="13685745" y="3587137"/>
            <a:ext cx="2662506" cy="3993759"/>
            <a:chOff x="0" y="0"/>
            <a:chExt cx="6350000" cy="9525000"/>
          </a:xfrm>
        </p:grpSpPr>
        <p:sp>
          <p:nvSpPr>
            <p:cNvPr name="Freeform 13" id="13"/>
            <p:cNvSpPr/>
            <p:nvPr/>
          </p:nvSpPr>
          <p:spPr>
            <a:xfrm flipH="false" flipV="false" rot="0">
              <a:off x="0" y="0"/>
              <a:ext cx="6350000" cy="9525000"/>
            </a:xfrm>
            <a:custGeom>
              <a:avLst/>
              <a:gdLst/>
              <a:ahLst/>
              <a:cxnLst/>
              <a:rect r="r" b="b" t="t" l="l"/>
              <a:pathLst>
                <a:path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9"/>
              <a:stretch>
                <a:fillRect l="0" t="-15138" r="0" b="-15138"/>
              </a:stretch>
            </a:blipFill>
          </p:spPr>
        </p:sp>
      </p:grpSp>
      <p:sp>
        <p:nvSpPr>
          <p:cNvPr name="TextBox 14" id="14"/>
          <p:cNvSpPr txBox="true"/>
          <p:nvPr/>
        </p:nvSpPr>
        <p:spPr>
          <a:xfrm rot="0">
            <a:off x="3015895" y="885825"/>
            <a:ext cx="12256209" cy="1301205"/>
          </a:xfrm>
          <a:prstGeom prst="rect">
            <a:avLst/>
          </a:prstGeom>
        </p:spPr>
        <p:txBody>
          <a:bodyPr anchor="t" rtlCol="false" tIns="0" lIns="0" bIns="0" rIns="0">
            <a:spAutoFit/>
          </a:bodyPr>
          <a:lstStyle/>
          <a:p>
            <a:pPr algn="ctr">
              <a:lnSpc>
                <a:spcPts val="10705"/>
              </a:lnSpc>
            </a:pPr>
            <a:r>
              <a:rPr lang="en-US" sz="7646">
                <a:solidFill>
                  <a:srgbClr val="75200F"/>
                </a:solidFill>
                <a:latin typeface="Bagel Fat One"/>
                <a:ea typeface="Bagel Fat One"/>
                <a:cs typeface="Bagel Fat One"/>
                <a:sym typeface="Bagel Fat One"/>
              </a:rPr>
              <a:t>Anggota Kelompok</a:t>
            </a:r>
          </a:p>
        </p:txBody>
      </p:sp>
      <p:sp>
        <p:nvSpPr>
          <p:cNvPr name="TextBox 15" id="15"/>
          <p:cNvSpPr txBox="true"/>
          <p:nvPr/>
        </p:nvSpPr>
        <p:spPr>
          <a:xfrm rot="0">
            <a:off x="1058342" y="7733214"/>
            <a:ext cx="4425320" cy="606679"/>
          </a:xfrm>
          <a:prstGeom prst="rect">
            <a:avLst/>
          </a:prstGeom>
        </p:spPr>
        <p:txBody>
          <a:bodyPr anchor="t" rtlCol="false" tIns="0" lIns="0" bIns="0" rIns="0">
            <a:spAutoFit/>
          </a:bodyPr>
          <a:lstStyle/>
          <a:p>
            <a:pPr algn="ctr">
              <a:lnSpc>
                <a:spcPts val="4885"/>
              </a:lnSpc>
            </a:pPr>
            <a:r>
              <a:rPr lang="en-US" sz="3489">
                <a:solidFill>
                  <a:srgbClr val="75200F"/>
                </a:solidFill>
                <a:latin typeface="TDTD가온"/>
                <a:ea typeface="TDTD가온"/>
                <a:cs typeface="TDTD가온"/>
                <a:sym typeface="TDTD가온"/>
              </a:rPr>
              <a:t>Afika ramadhani</a:t>
            </a:r>
          </a:p>
        </p:txBody>
      </p:sp>
      <p:sp>
        <p:nvSpPr>
          <p:cNvPr name="TextBox 16" id="16"/>
          <p:cNvSpPr txBox="true"/>
          <p:nvPr/>
        </p:nvSpPr>
        <p:spPr>
          <a:xfrm rot="0">
            <a:off x="6929265" y="7733214"/>
            <a:ext cx="4425320" cy="606679"/>
          </a:xfrm>
          <a:prstGeom prst="rect">
            <a:avLst/>
          </a:prstGeom>
        </p:spPr>
        <p:txBody>
          <a:bodyPr anchor="t" rtlCol="false" tIns="0" lIns="0" bIns="0" rIns="0">
            <a:spAutoFit/>
          </a:bodyPr>
          <a:lstStyle/>
          <a:p>
            <a:pPr algn="ctr">
              <a:lnSpc>
                <a:spcPts val="4885"/>
              </a:lnSpc>
            </a:pPr>
            <a:r>
              <a:rPr lang="en-US" sz="3489">
                <a:solidFill>
                  <a:srgbClr val="75200F"/>
                </a:solidFill>
                <a:latin typeface="TDTD가온"/>
                <a:ea typeface="TDTD가온"/>
                <a:cs typeface="TDTD가온"/>
                <a:sym typeface="TDTD가온"/>
              </a:rPr>
              <a:t>rizka  azzah</a:t>
            </a:r>
          </a:p>
        </p:txBody>
      </p:sp>
      <p:sp>
        <p:nvSpPr>
          <p:cNvPr name="TextBox 17" id="17"/>
          <p:cNvSpPr txBox="true"/>
          <p:nvPr/>
        </p:nvSpPr>
        <p:spPr>
          <a:xfrm rot="0">
            <a:off x="12800188" y="7733214"/>
            <a:ext cx="4425320" cy="606679"/>
          </a:xfrm>
          <a:prstGeom prst="rect">
            <a:avLst/>
          </a:prstGeom>
        </p:spPr>
        <p:txBody>
          <a:bodyPr anchor="t" rtlCol="false" tIns="0" lIns="0" bIns="0" rIns="0">
            <a:spAutoFit/>
          </a:bodyPr>
          <a:lstStyle/>
          <a:p>
            <a:pPr algn="ctr">
              <a:lnSpc>
                <a:spcPts val="4885"/>
              </a:lnSpc>
            </a:pPr>
            <a:r>
              <a:rPr lang="en-US" sz="3489">
                <a:solidFill>
                  <a:srgbClr val="75200F"/>
                </a:solidFill>
                <a:latin typeface="TDTD가온"/>
                <a:ea typeface="TDTD가온"/>
                <a:cs typeface="TDTD가온"/>
                <a:sym typeface="TDTD가온"/>
              </a:rPr>
              <a:t>putri hafizah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ED3CC"/>
        </a:solidFill>
      </p:bgPr>
    </p:bg>
    <p:spTree>
      <p:nvGrpSpPr>
        <p:cNvPr id="1" name=""/>
        <p:cNvGrpSpPr/>
        <p:nvPr/>
      </p:nvGrpSpPr>
      <p:grpSpPr>
        <a:xfrm>
          <a:off x="0" y="0"/>
          <a:ext cx="0" cy="0"/>
          <a:chOff x="0" y="0"/>
          <a:chExt cx="0" cy="0"/>
        </a:xfrm>
      </p:grpSpPr>
      <p:sp>
        <p:nvSpPr>
          <p:cNvPr name="Freeform 2" id="2"/>
          <p:cNvSpPr/>
          <p:nvPr/>
        </p:nvSpPr>
        <p:spPr>
          <a:xfrm flipH="false" flipV="false" rot="0">
            <a:off x="-1943100" y="-394552"/>
            <a:ext cx="11087100" cy="11087100"/>
          </a:xfrm>
          <a:custGeom>
            <a:avLst/>
            <a:gdLst/>
            <a:ahLst/>
            <a:cxnLst/>
            <a:rect r="r" b="b" t="t" l="l"/>
            <a:pathLst>
              <a:path h="11087100" w="11087100">
                <a:moveTo>
                  <a:pt x="0" y="0"/>
                </a:moveTo>
                <a:lnTo>
                  <a:pt x="11087100" y="0"/>
                </a:lnTo>
                <a:lnTo>
                  <a:pt x="11087100" y="11087100"/>
                </a:lnTo>
                <a:lnTo>
                  <a:pt x="0" y="11087100"/>
                </a:lnTo>
                <a:lnTo>
                  <a:pt x="0" y="0"/>
                </a:lnTo>
                <a:close/>
              </a:path>
            </a:pathLst>
          </a:custGeom>
          <a:blipFill>
            <a:blip r:embed="rId2">
              <a:alphaModFix amt="40000"/>
            </a:blip>
            <a:stretch>
              <a:fillRect l="0" t="0" r="0" b="0"/>
            </a:stretch>
          </a:blipFill>
        </p:spPr>
      </p:sp>
      <p:sp>
        <p:nvSpPr>
          <p:cNvPr name="Freeform 3" id="3"/>
          <p:cNvSpPr/>
          <p:nvPr/>
        </p:nvSpPr>
        <p:spPr>
          <a:xfrm flipH="false" flipV="false" rot="0">
            <a:off x="9144000" y="-405548"/>
            <a:ext cx="11087100" cy="11087100"/>
          </a:xfrm>
          <a:custGeom>
            <a:avLst/>
            <a:gdLst/>
            <a:ahLst/>
            <a:cxnLst/>
            <a:rect r="r" b="b" t="t" l="l"/>
            <a:pathLst>
              <a:path h="11087100" w="11087100">
                <a:moveTo>
                  <a:pt x="0" y="0"/>
                </a:moveTo>
                <a:lnTo>
                  <a:pt x="11087100" y="0"/>
                </a:lnTo>
                <a:lnTo>
                  <a:pt x="11087100" y="11087100"/>
                </a:lnTo>
                <a:lnTo>
                  <a:pt x="0" y="11087100"/>
                </a:lnTo>
                <a:lnTo>
                  <a:pt x="0" y="0"/>
                </a:lnTo>
                <a:close/>
              </a:path>
            </a:pathLst>
          </a:custGeom>
          <a:blipFill>
            <a:blip r:embed="rId2">
              <a:alphaModFix amt="40000"/>
            </a:blip>
            <a:stretch>
              <a:fillRect l="0" t="0" r="0" b="0"/>
            </a:stretch>
          </a:blipFill>
        </p:spPr>
      </p:sp>
      <p:sp>
        <p:nvSpPr>
          <p:cNvPr name="Freeform 4" id="4"/>
          <p:cNvSpPr/>
          <p:nvPr/>
        </p:nvSpPr>
        <p:spPr>
          <a:xfrm flipH="false" flipV="false" rot="0">
            <a:off x="-253441" y="7134204"/>
            <a:ext cx="19316939" cy="7987004"/>
          </a:xfrm>
          <a:custGeom>
            <a:avLst/>
            <a:gdLst/>
            <a:ahLst/>
            <a:cxnLst/>
            <a:rect r="r" b="b" t="t" l="l"/>
            <a:pathLst>
              <a:path h="7987004" w="19316939">
                <a:moveTo>
                  <a:pt x="0" y="0"/>
                </a:moveTo>
                <a:lnTo>
                  <a:pt x="19316940" y="0"/>
                </a:lnTo>
                <a:lnTo>
                  <a:pt x="19316940" y="7987004"/>
                </a:lnTo>
                <a:lnTo>
                  <a:pt x="0" y="7987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994210" y="1981712"/>
            <a:ext cx="11859689" cy="7482385"/>
          </a:xfrm>
          <a:custGeom>
            <a:avLst/>
            <a:gdLst/>
            <a:ahLst/>
            <a:cxnLst/>
            <a:rect r="r" b="b" t="t" l="l"/>
            <a:pathLst>
              <a:path h="7482385" w="11859689">
                <a:moveTo>
                  <a:pt x="0" y="0"/>
                </a:moveTo>
                <a:lnTo>
                  <a:pt x="11859688" y="0"/>
                </a:lnTo>
                <a:lnTo>
                  <a:pt x="11859688" y="7482385"/>
                </a:lnTo>
                <a:lnTo>
                  <a:pt x="0" y="74823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626905" y="5143500"/>
            <a:ext cx="5409130" cy="6655529"/>
          </a:xfrm>
          <a:custGeom>
            <a:avLst/>
            <a:gdLst/>
            <a:ahLst/>
            <a:cxnLst/>
            <a:rect r="r" b="b" t="t" l="l"/>
            <a:pathLst>
              <a:path h="6655529" w="5409130">
                <a:moveTo>
                  <a:pt x="0" y="0"/>
                </a:moveTo>
                <a:lnTo>
                  <a:pt x="5409130" y="0"/>
                </a:lnTo>
                <a:lnTo>
                  <a:pt x="5409130" y="6655529"/>
                </a:lnTo>
                <a:lnTo>
                  <a:pt x="0" y="66555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0" y="3086100"/>
            <a:ext cx="3744468" cy="7200900"/>
          </a:xfrm>
          <a:custGeom>
            <a:avLst/>
            <a:gdLst/>
            <a:ahLst/>
            <a:cxnLst/>
            <a:rect r="r" b="b" t="t" l="l"/>
            <a:pathLst>
              <a:path h="7200900" w="3744468">
                <a:moveTo>
                  <a:pt x="0" y="0"/>
                </a:moveTo>
                <a:lnTo>
                  <a:pt x="3744468" y="0"/>
                </a:lnTo>
                <a:lnTo>
                  <a:pt x="3744468" y="7200900"/>
                </a:lnTo>
                <a:lnTo>
                  <a:pt x="0" y="72009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3808029" y="3727358"/>
            <a:ext cx="10368632" cy="558892"/>
          </a:xfrm>
          <a:prstGeom prst="rect">
            <a:avLst/>
          </a:prstGeom>
        </p:spPr>
        <p:txBody>
          <a:bodyPr anchor="t" rtlCol="false" tIns="0" lIns="0" bIns="0" rIns="0">
            <a:spAutoFit/>
          </a:bodyPr>
          <a:lstStyle/>
          <a:p>
            <a:pPr algn="l">
              <a:lnSpc>
                <a:spcPts val="4356"/>
              </a:lnSpc>
            </a:pPr>
            <a:r>
              <a:rPr lang="en-US" sz="3485">
                <a:solidFill>
                  <a:srgbClr val="75200F"/>
                </a:solidFill>
                <a:latin typeface="TDTD가온"/>
                <a:ea typeface="TDTD가온"/>
                <a:cs typeface="TDTD가온"/>
                <a:sym typeface="TDTD가온"/>
              </a:rPr>
              <a:t>BAK</a:t>
            </a:r>
          </a:p>
        </p:txBody>
      </p:sp>
      <p:sp>
        <p:nvSpPr>
          <p:cNvPr name="TextBox 9" id="9"/>
          <p:cNvSpPr txBox="true"/>
          <p:nvPr/>
        </p:nvSpPr>
        <p:spPr>
          <a:xfrm rot="0">
            <a:off x="8647261" y="885825"/>
            <a:ext cx="7684209" cy="1301205"/>
          </a:xfrm>
          <a:prstGeom prst="rect">
            <a:avLst/>
          </a:prstGeom>
        </p:spPr>
        <p:txBody>
          <a:bodyPr anchor="t" rtlCol="false" tIns="0" lIns="0" bIns="0" rIns="0">
            <a:spAutoFit/>
          </a:bodyPr>
          <a:lstStyle/>
          <a:p>
            <a:pPr algn="ctr">
              <a:lnSpc>
                <a:spcPts val="10705"/>
              </a:lnSpc>
            </a:pPr>
            <a:r>
              <a:rPr lang="en-US" sz="7646">
                <a:solidFill>
                  <a:srgbClr val="75200F"/>
                </a:solidFill>
                <a:latin typeface="Bagel Fat One"/>
                <a:ea typeface="Bagel Fat One"/>
                <a:cs typeface="Bagel Fat One"/>
                <a:sym typeface="Bagel Fat One"/>
              </a:rPr>
              <a:t>Pendahuluan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ED3CC"/>
        </a:solidFill>
      </p:bgPr>
    </p:bg>
    <p:spTree>
      <p:nvGrpSpPr>
        <p:cNvPr id="1" name=""/>
        <p:cNvGrpSpPr/>
        <p:nvPr/>
      </p:nvGrpSpPr>
      <p:grpSpPr>
        <a:xfrm>
          <a:off x="0" y="0"/>
          <a:ext cx="0" cy="0"/>
          <a:chOff x="0" y="0"/>
          <a:chExt cx="0" cy="0"/>
        </a:xfrm>
      </p:grpSpPr>
      <p:sp>
        <p:nvSpPr>
          <p:cNvPr name="Freeform 2" id="2"/>
          <p:cNvSpPr/>
          <p:nvPr/>
        </p:nvSpPr>
        <p:spPr>
          <a:xfrm flipH="false" flipV="false" rot="0">
            <a:off x="-1943100" y="-394552"/>
            <a:ext cx="11087100" cy="11087100"/>
          </a:xfrm>
          <a:custGeom>
            <a:avLst/>
            <a:gdLst/>
            <a:ahLst/>
            <a:cxnLst/>
            <a:rect r="r" b="b" t="t" l="l"/>
            <a:pathLst>
              <a:path h="11087100" w="11087100">
                <a:moveTo>
                  <a:pt x="0" y="0"/>
                </a:moveTo>
                <a:lnTo>
                  <a:pt x="11087100" y="0"/>
                </a:lnTo>
                <a:lnTo>
                  <a:pt x="11087100" y="11087100"/>
                </a:lnTo>
                <a:lnTo>
                  <a:pt x="0" y="11087100"/>
                </a:lnTo>
                <a:lnTo>
                  <a:pt x="0" y="0"/>
                </a:lnTo>
                <a:close/>
              </a:path>
            </a:pathLst>
          </a:custGeom>
          <a:blipFill>
            <a:blip r:embed="rId2">
              <a:alphaModFix amt="40000"/>
            </a:blip>
            <a:stretch>
              <a:fillRect l="0" t="0" r="0" b="0"/>
            </a:stretch>
          </a:blipFill>
        </p:spPr>
      </p:sp>
      <p:sp>
        <p:nvSpPr>
          <p:cNvPr name="Freeform 3" id="3"/>
          <p:cNvSpPr/>
          <p:nvPr/>
        </p:nvSpPr>
        <p:spPr>
          <a:xfrm flipH="false" flipV="false" rot="0">
            <a:off x="9144000" y="-405548"/>
            <a:ext cx="11087100" cy="11087100"/>
          </a:xfrm>
          <a:custGeom>
            <a:avLst/>
            <a:gdLst/>
            <a:ahLst/>
            <a:cxnLst/>
            <a:rect r="r" b="b" t="t" l="l"/>
            <a:pathLst>
              <a:path h="11087100" w="11087100">
                <a:moveTo>
                  <a:pt x="0" y="0"/>
                </a:moveTo>
                <a:lnTo>
                  <a:pt x="11087100" y="0"/>
                </a:lnTo>
                <a:lnTo>
                  <a:pt x="11087100" y="11087100"/>
                </a:lnTo>
                <a:lnTo>
                  <a:pt x="0" y="11087100"/>
                </a:lnTo>
                <a:lnTo>
                  <a:pt x="0" y="0"/>
                </a:lnTo>
                <a:close/>
              </a:path>
            </a:pathLst>
          </a:custGeom>
          <a:blipFill>
            <a:blip r:embed="rId2">
              <a:alphaModFix amt="40000"/>
            </a:blip>
            <a:stretch>
              <a:fillRect l="0" t="0" r="0" b="0"/>
            </a:stretch>
          </a:blipFill>
        </p:spPr>
      </p:sp>
      <p:sp>
        <p:nvSpPr>
          <p:cNvPr name="Freeform 4" id="4"/>
          <p:cNvSpPr/>
          <p:nvPr/>
        </p:nvSpPr>
        <p:spPr>
          <a:xfrm flipH="false" flipV="false" rot="0">
            <a:off x="-253441" y="7134204"/>
            <a:ext cx="19316939" cy="7987004"/>
          </a:xfrm>
          <a:custGeom>
            <a:avLst/>
            <a:gdLst/>
            <a:ahLst/>
            <a:cxnLst/>
            <a:rect r="r" b="b" t="t" l="l"/>
            <a:pathLst>
              <a:path h="7987004" w="19316939">
                <a:moveTo>
                  <a:pt x="0" y="0"/>
                </a:moveTo>
                <a:lnTo>
                  <a:pt x="19316940" y="0"/>
                </a:lnTo>
                <a:lnTo>
                  <a:pt x="19316940" y="7987004"/>
                </a:lnTo>
                <a:lnTo>
                  <a:pt x="0" y="7987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28700" y="2771465"/>
            <a:ext cx="7705743" cy="6486835"/>
          </a:xfrm>
          <a:custGeom>
            <a:avLst/>
            <a:gdLst/>
            <a:ahLst/>
            <a:cxnLst/>
            <a:rect r="r" b="b" t="t" l="l"/>
            <a:pathLst>
              <a:path h="6486835" w="7705743">
                <a:moveTo>
                  <a:pt x="0" y="0"/>
                </a:moveTo>
                <a:lnTo>
                  <a:pt x="7705743" y="0"/>
                </a:lnTo>
                <a:lnTo>
                  <a:pt x="7705743" y="6486835"/>
                </a:lnTo>
                <a:lnTo>
                  <a:pt x="0" y="64868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9553557" y="2771465"/>
            <a:ext cx="7705743" cy="6486835"/>
          </a:xfrm>
          <a:custGeom>
            <a:avLst/>
            <a:gdLst/>
            <a:ahLst/>
            <a:cxnLst/>
            <a:rect r="r" b="b" t="t" l="l"/>
            <a:pathLst>
              <a:path h="6486835" w="7705743">
                <a:moveTo>
                  <a:pt x="0" y="0"/>
                </a:moveTo>
                <a:lnTo>
                  <a:pt x="7705743" y="0"/>
                </a:lnTo>
                <a:lnTo>
                  <a:pt x="7705743" y="6486835"/>
                </a:lnTo>
                <a:lnTo>
                  <a:pt x="0" y="64868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6868231" y="7134204"/>
            <a:ext cx="2963629" cy="3152796"/>
          </a:xfrm>
          <a:custGeom>
            <a:avLst/>
            <a:gdLst/>
            <a:ahLst/>
            <a:cxnLst/>
            <a:rect r="r" b="b" t="t" l="l"/>
            <a:pathLst>
              <a:path h="3152796" w="2963629">
                <a:moveTo>
                  <a:pt x="0" y="0"/>
                </a:moveTo>
                <a:lnTo>
                  <a:pt x="2963629" y="0"/>
                </a:lnTo>
                <a:lnTo>
                  <a:pt x="2963629" y="3152796"/>
                </a:lnTo>
                <a:lnTo>
                  <a:pt x="0" y="315279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0" y="-831146"/>
            <a:ext cx="4244461" cy="3719691"/>
          </a:xfrm>
          <a:custGeom>
            <a:avLst/>
            <a:gdLst/>
            <a:ahLst/>
            <a:cxnLst/>
            <a:rect r="r" b="b" t="t" l="l"/>
            <a:pathLst>
              <a:path h="3719691" w="4244461">
                <a:moveTo>
                  <a:pt x="0" y="0"/>
                </a:moveTo>
                <a:lnTo>
                  <a:pt x="4244461" y="0"/>
                </a:lnTo>
                <a:lnTo>
                  <a:pt x="4244461" y="3719692"/>
                </a:lnTo>
                <a:lnTo>
                  <a:pt x="0" y="371969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4043380" y="-115005"/>
            <a:ext cx="3823964" cy="3003550"/>
          </a:xfrm>
          <a:custGeom>
            <a:avLst/>
            <a:gdLst/>
            <a:ahLst/>
            <a:cxnLst/>
            <a:rect r="r" b="b" t="t" l="l"/>
            <a:pathLst>
              <a:path h="3003550" w="3823964">
                <a:moveTo>
                  <a:pt x="0" y="0"/>
                </a:moveTo>
                <a:lnTo>
                  <a:pt x="3823964" y="0"/>
                </a:lnTo>
                <a:lnTo>
                  <a:pt x="3823964" y="3003551"/>
                </a:lnTo>
                <a:lnTo>
                  <a:pt x="0" y="300355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0" id="10"/>
          <p:cNvSpPr txBox="true"/>
          <p:nvPr/>
        </p:nvSpPr>
        <p:spPr>
          <a:xfrm rot="0">
            <a:off x="1565085" y="3594833"/>
            <a:ext cx="6632974" cy="4978492"/>
          </a:xfrm>
          <a:prstGeom prst="rect">
            <a:avLst/>
          </a:prstGeom>
        </p:spPr>
        <p:txBody>
          <a:bodyPr anchor="t" rtlCol="false" tIns="0" lIns="0" bIns="0" rIns="0">
            <a:spAutoFit/>
          </a:bodyPr>
          <a:lstStyle/>
          <a:p>
            <a:pPr algn="l">
              <a:lnSpc>
                <a:spcPts val="4356"/>
              </a:lnSpc>
            </a:pPr>
            <a:r>
              <a:rPr lang="en-US" sz="3485">
                <a:solidFill>
                  <a:srgbClr val="75200F"/>
                </a:solidFill>
                <a:latin typeface="TDTD가온"/>
                <a:ea typeface="TDTD가온"/>
                <a:cs typeface="TDTD가온"/>
                <a:sym typeface="TDTD가온"/>
              </a:rPr>
              <a:t>Lorem ipsum dolor sit amet, consectetur adipiscing elit. Vivamus semper dapibus magna sit amet egestas. Cras dignissim lacinia cursus. Ut et augue at nisl varius pretium laoreet id neque. Fusce tempor venenatis mi, vitae feugiat nibh condimentum eu. </a:t>
            </a:r>
          </a:p>
        </p:txBody>
      </p:sp>
      <p:sp>
        <p:nvSpPr>
          <p:cNvPr name="TextBox 11" id="11"/>
          <p:cNvSpPr txBox="true"/>
          <p:nvPr/>
        </p:nvSpPr>
        <p:spPr>
          <a:xfrm rot="0">
            <a:off x="10089941" y="3594833"/>
            <a:ext cx="6632974" cy="4978492"/>
          </a:xfrm>
          <a:prstGeom prst="rect">
            <a:avLst/>
          </a:prstGeom>
        </p:spPr>
        <p:txBody>
          <a:bodyPr anchor="t" rtlCol="false" tIns="0" lIns="0" bIns="0" rIns="0">
            <a:spAutoFit/>
          </a:bodyPr>
          <a:lstStyle/>
          <a:p>
            <a:pPr algn="l">
              <a:lnSpc>
                <a:spcPts val="4356"/>
              </a:lnSpc>
            </a:pPr>
            <a:r>
              <a:rPr lang="en-US" sz="3485">
                <a:solidFill>
                  <a:srgbClr val="75200F"/>
                </a:solidFill>
                <a:latin typeface="TDTD가온"/>
                <a:ea typeface="TDTD가온"/>
                <a:cs typeface="TDTD가온"/>
                <a:sym typeface="TDTD가온"/>
              </a:rPr>
              <a:t>Lorem ipsum dolor sit amet, consectetur adipiscing elit. Vivamus semper dapibus magna sit amet egestas. Cras dignissim lacinia cursus. Ut et augue at nisl varius pretium laoreet id neque. Fusce tempor venenatis mi, vitae feugiat nibh condimentum eu. </a:t>
            </a:r>
          </a:p>
        </p:txBody>
      </p:sp>
      <p:sp>
        <p:nvSpPr>
          <p:cNvPr name="TextBox 12" id="12"/>
          <p:cNvSpPr txBox="true"/>
          <p:nvPr/>
        </p:nvSpPr>
        <p:spPr>
          <a:xfrm rot="0">
            <a:off x="5301895" y="885825"/>
            <a:ext cx="7684209" cy="1301205"/>
          </a:xfrm>
          <a:prstGeom prst="rect">
            <a:avLst/>
          </a:prstGeom>
        </p:spPr>
        <p:txBody>
          <a:bodyPr anchor="t" rtlCol="false" tIns="0" lIns="0" bIns="0" rIns="0">
            <a:spAutoFit/>
          </a:bodyPr>
          <a:lstStyle/>
          <a:p>
            <a:pPr algn="ctr">
              <a:lnSpc>
                <a:spcPts val="10705"/>
              </a:lnSpc>
            </a:pPr>
            <a:r>
              <a:rPr lang="en-US" sz="7646">
                <a:solidFill>
                  <a:srgbClr val="75200F"/>
                </a:solidFill>
                <a:latin typeface="Bagel Fat One"/>
                <a:ea typeface="Bagel Fat One"/>
                <a:cs typeface="Bagel Fat One"/>
                <a:sym typeface="Bagel Fat One"/>
              </a:rPr>
              <a:t>Latar Belakang</a:t>
            </a:r>
          </a:p>
        </p:txBody>
      </p:sp>
      <p:sp>
        <p:nvSpPr>
          <p:cNvPr name="Freeform 13" id="13"/>
          <p:cNvSpPr/>
          <p:nvPr/>
        </p:nvSpPr>
        <p:spPr>
          <a:xfrm flipH="false" flipV="false" rot="0">
            <a:off x="15777486" y="6996926"/>
            <a:ext cx="2963629" cy="3152796"/>
          </a:xfrm>
          <a:custGeom>
            <a:avLst/>
            <a:gdLst/>
            <a:ahLst/>
            <a:cxnLst/>
            <a:rect r="r" b="b" t="t" l="l"/>
            <a:pathLst>
              <a:path h="3152796" w="2963629">
                <a:moveTo>
                  <a:pt x="0" y="0"/>
                </a:moveTo>
                <a:lnTo>
                  <a:pt x="2963628" y="0"/>
                </a:lnTo>
                <a:lnTo>
                  <a:pt x="2963628" y="3152797"/>
                </a:lnTo>
                <a:lnTo>
                  <a:pt x="0" y="31527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ED3CC"/>
        </a:solidFill>
      </p:bgPr>
    </p:bg>
    <p:spTree>
      <p:nvGrpSpPr>
        <p:cNvPr id="1" name=""/>
        <p:cNvGrpSpPr/>
        <p:nvPr/>
      </p:nvGrpSpPr>
      <p:grpSpPr>
        <a:xfrm>
          <a:off x="0" y="0"/>
          <a:ext cx="0" cy="0"/>
          <a:chOff x="0" y="0"/>
          <a:chExt cx="0" cy="0"/>
        </a:xfrm>
      </p:grpSpPr>
      <p:sp>
        <p:nvSpPr>
          <p:cNvPr name="Freeform 2" id="2"/>
          <p:cNvSpPr/>
          <p:nvPr/>
        </p:nvSpPr>
        <p:spPr>
          <a:xfrm flipH="false" flipV="false" rot="0">
            <a:off x="-1943100" y="-394552"/>
            <a:ext cx="11087100" cy="11087100"/>
          </a:xfrm>
          <a:custGeom>
            <a:avLst/>
            <a:gdLst/>
            <a:ahLst/>
            <a:cxnLst/>
            <a:rect r="r" b="b" t="t" l="l"/>
            <a:pathLst>
              <a:path h="11087100" w="11087100">
                <a:moveTo>
                  <a:pt x="0" y="0"/>
                </a:moveTo>
                <a:lnTo>
                  <a:pt x="11087100" y="0"/>
                </a:lnTo>
                <a:lnTo>
                  <a:pt x="11087100" y="11087100"/>
                </a:lnTo>
                <a:lnTo>
                  <a:pt x="0" y="11087100"/>
                </a:lnTo>
                <a:lnTo>
                  <a:pt x="0" y="0"/>
                </a:lnTo>
                <a:close/>
              </a:path>
            </a:pathLst>
          </a:custGeom>
          <a:blipFill>
            <a:blip r:embed="rId2">
              <a:alphaModFix amt="40000"/>
            </a:blip>
            <a:stretch>
              <a:fillRect l="0" t="0" r="0" b="0"/>
            </a:stretch>
          </a:blipFill>
        </p:spPr>
      </p:sp>
      <p:sp>
        <p:nvSpPr>
          <p:cNvPr name="Freeform 3" id="3"/>
          <p:cNvSpPr/>
          <p:nvPr/>
        </p:nvSpPr>
        <p:spPr>
          <a:xfrm flipH="false" flipV="false" rot="0">
            <a:off x="9144000" y="-405548"/>
            <a:ext cx="11087100" cy="11087100"/>
          </a:xfrm>
          <a:custGeom>
            <a:avLst/>
            <a:gdLst/>
            <a:ahLst/>
            <a:cxnLst/>
            <a:rect r="r" b="b" t="t" l="l"/>
            <a:pathLst>
              <a:path h="11087100" w="11087100">
                <a:moveTo>
                  <a:pt x="0" y="0"/>
                </a:moveTo>
                <a:lnTo>
                  <a:pt x="11087100" y="0"/>
                </a:lnTo>
                <a:lnTo>
                  <a:pt x="11087100" y="11087100"/>
                </a:lnTo>
                <a:lnTo>
                  <a:pt x="0" y="11087100"/>
                </a:lnTo>
                <a:lnTo>
                  <a:pt x="0" y="0"/>
                </a:lnTo>
                <a:close/>
              </a:path>
            </a:pathLst>
          </a:custGeom>
          <a:blipFill>
            <a:blip r:embed="rId2">
              <a:alphaModFix amt="40000"/>
            </a:blip>
            <a:stretch>
              <a:fillRect l="0" t="0" r="0" b="0"/>
            </a:stretch>
          </a:blipFill>
        </p:spPr>
      </p:sp>
      <p:sp>
        <p:nvSpPr>
          <p:cNvPr name="Freeform 4" id="4"/>
          <p:cNvSpPr/>
          <p:nvPr/>
        </p:nvSpPr>
        <p:spPr>
          <a:xfrm flipH="false" flipV="false" rot="0">
            <a:off x="-253441" y="7134204"/>
            <a:ext cx="19316939" cy="7987004"/>
          </a:xfrm>
          <a:custGeom>
            <a:avLst/>
            <a:gdLst/>
            <a:ahLst/>
            <a:cxnLst/>
            <a:rect r="r" b="b" t="t" l="l"/>
            <a:pathLst>
              <a:path h="7987004" w="19316939">
                <a:moveTo>
                  <a:pt x="0" y="0"/>
                </a:moveTo>
                <a:lnTo>
                  <a:pt x="19316940" y="0"/>
                </a:lnTo>
                <a:lnTo>
                  <a:pt x="19316940" y="7987004"/>
                </a:lnTo>
                <a:lnTo>
                  <a:pt x="0" y="7987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676885" y="1607865"/>
            <a:ext cx="6016456" cy="9536169"/>
          </a:xfrm>
          <a:custGeom>
            <a:avLst/>
            <a:gdLst/>
            <a:ahLst/>
            <a:cxnLst/>
            <a:rect r="r" b="b" t="t" l="l"/>
            <a:pathLst>
              <a:path h="9536169" w="6016456">
                <a:moveTo>
                  <a:pt x="0" y="0"/>
                </a:moveTo>
                <a:lnTo>
                  <a:pt x="6016456" y="0"/>
                </a:lnTo>
                <a:lnTo>
                  <a:pt x="6016456" y="9536169"/>
                </a:lnTo>
                <a:lnTo>
                  <a:pt x="0" y="95361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918474" y="7755038"/>
            <a:ext cx="9042722" cy="5063924"/>
          </a:xfrm>
          <a:custGeom>
            <a:avLst/>
            <a:gdLst/>
            <a:ahLst/>
            <a:cxnLst/>
            <a:rect r="r" b="b" t="t" l="l"/>
            <a:pathLst>
              <a:path h="5063924" w="9042722">
                <a:moveTo>
                  <a:pt x="0" y="0"/>
                </a:moveTo>
                <a:lnTo>
                  <a:pt x="9042722" y="0"/>
                </a:lnTo>
                <a:lnTo>
                  <a:pt x="9042722" y="5063924"/>
                </a:lnTo>
                <a:lnTo>
                  <a:pt x="0" y="506392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602887" y="3007996"/>
            <a:ext cx="15082226" cy="5648979"/>
          </a:xfrm>
          <a:custGeom>
            <a:avLst/>
            <a:gdLst/>
            <a:ahLst/>
            <a:cxnLst/>
            <a:rect r="r" b="b" t="t" l="l"/>
            <a:pathLst>
              <a:path h="5648979" w="15082226">
                <a:moveTo>
                  <a:pt x="0" y="0"/>
                </a:moveTo>
                <a:lnTo>
                  <a:pt x="15082226" y="0"/>
                </a:lnTo>
                <a:lnTo>
                  <a:pt x="15082226" y="5648980"/>
                </a:lnTo>
                <a:lnTo>
                  <a:pt x="0" y="564898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218847" y="5987504"/>
            <a:ext cx="2896141" cy="3270796"/>
          </a:xfrm>
          <a:custGeom>
            <a:avLst/>
            <a:gdLst/>
            <a:ahLst/>
            <a:cxnLst/>
            <a:rect r="r" b="b" t="t" l="l"/>
            <a:pathLst>
              <a:path h="3270796" w="2896141">
                <a:moveTo>
                  <a:pt x="0" y="0"/>
                </a:moveTo>
                <a:lnTo>
                  <a:pt x="2896141" y="0"/>
                </a:lnTo>
                <a:lnTo>
                  <a:pt x="2896141" y="3270796"/>
                </a:lnTo>
                <a:lnTo>
                  <a:pt x="0" y="327079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2677294" y="4157628"/>
            <a:ext cx="12933413" cy="3873592"/>
          </a:xfrm>
          <a:prstGeom prst="rect">
            <a:avLst/>
          </a:prstGeom>
        </p:spPr>
        <p:txBody>
          <a:bodyPr anchor="t" rtlCol="false" tIns="0" lIns="0" bIns="0" rIns="0">
            <a:spAutoFit/>
          </a:bodyPr>
          <a:lstStyle/>
          <a:p>
            <a:pPr algn="l">
              <a:lnSpc>
                <a:spcPts val="4356"/>
              </a:lnSpc>
            </a:pPr>
            <a:r>
              <a:rPr lang="en-US" sz="3485">
                <a:solidFill>
                  <a:srgbClr val="75200F"/>
                </a:solidFill>
                <a:latin typeface="TDTD가온"/>
                <a:ea typeface="TDTD가온"/>
                <a:cs typeface="TDTD가온"/>
                <a:sym typeface="TDTD가온"/>
              </a:rPr>
              <a:t>Lorem ipsum dolor sit amet, consectetur adipiscing elit. Vivamus semper dapibus magna sit amet egestas. Cras dignissim lacinia cursus. Ut et augue at nisl varius pretium laoreet id neque. Fusce tempor venenatis mi, vitae feugiat nibh condimentum eu. Proin lectus tortor, eleifend vitae molestie at, sollicitudin et tellus. Praesent sollicitudin sem non imperdiet pretium. Nulla et nulla semper, porta orci vitae, pellentesque leo. </a:t>
            </a:r>
          </a:p>
        </p:txBody>
      </p:sp>
      <p:sp>
        <p:nvSpPr>
          <p:cNvPr name="TextBox 10" id="10"/>
          <p:cNvSpPr txBox="true"/>
          <p:nvPr/>
        </p:nvSpPr>
        <p:spPr>
          <a:xfrm rot="0">
            <a:off x="2677294" y="885825"/>
            <a:ext cx="12933413" cy="1301205"/>
          </a:xfrm>
          <a:prstGeom prst="rect">
            <a:avLst/>
          </a:prstGeom>
        </p:spPr>
        <p:txBody>
          <a:bodyPr anchor="t" rtlCol="false" tIns="0" lIns="0" bIns="0" rIns="0">
            <a:spAutoFit/>
          </a:bodyPr>
          <a:lstStyle/>
          <a:p>
            <a:pPr algn="ctr">
              <a:lnSpc>
                <a:spcPts val="10705"/>
              </a:lnSpc>
            </a:pPr>
            <a:r>
              <a:rPr lang="en-US" sz="7646">
                <a:solidFill>
                  <a:srgbClr val="75200F"/>
                </a:solidFill>
                <a:latin typeface="Bagel Fat One"/>
                <a:ea typeface="Bagel Fat One"/>
                <a:cs typeface="Bagel Fat One"/>
                <a:sym typeface="Bagel Fat One"/>
              </a:rPr>
              <a:t>Pembahasan Awal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ED3CC"/>
        </a:solidFill>
      </p:bgPr>
    </p:bg>
    <p:spTree>
      <p:nvGrpSpPr>
        <p:cNvPr id="1" name=""/>
        <p:cNvGrpSpPr/>
        <p:nvPr/>
      </p:nvGrpSpPr>
      <p:grpSpPr>
        <a:xfrm>
          <a:off x="0" y="0"/>
          <a:ext cx="0" cy="0"/>
          <a:chOff x="0" y="0"/>
          <a:chExt cx="0" cy="0"/>
        </a:xfrm>
      </p:grpSpPr>
      <p:sp>
        <p:nvSpPr>
          <p:cNvPr name="Freeform 2" id="2"/>
          <p:cNvSpPr/>
          <p:nvPr/>
        </p:nvSpPr>
        <p:spPr>
          <a:xfrm flipH="false" flipV="false" rot="0">
            <a:off x="-1943100" y="-394552"/>
            <a:ext cx="11087100" cy="11087100"/>
          </a:xfrm>
          <a:custGeom>
            <a:avLst/>
            <a:gdLst/>
            <a:ahLst/>
            <a:cxnLst/>
            <a:rect r="r" b="b" t="t" l="l"/>
            <a:pathLst>
              <a:path h="11087100" w="11087100">
                <a:moveTo>
                  <a:pt x="0" y="0"/>
                </a:moveTo>
                <a:lnTo>
                  <a:pt x="11087100" y="0"/>
                </a:lnTo>
                <a:lnTo>
                  <a:pt x="11087100" y="11087100"/>
                </a:lnTo>
                <a:lnTo>
                  <a:pt x="0" y="11087100"/>
                </a:lnTo>
                <a:lnTo>
                  <a:pt x="0" y="0"/>
                </a:lnTo>
                <a:close/>
              </a:path>
            </a:pathLst>
          </a:custGeom>
          <a:blipFill>
            <a:blip r:embed="rId2">
              <a:alphaModFix amt="40000"/>
            </a:blip>
            <a:stretch>
              <a:fillRect l="0" t="0" r="0" b="0"/>
            </a:stretch>
          </a:blipFill>
        </p:spPr>
      </p:sp>
      <p:sp>
        <p:nvSpPr>
          <p:cNvPr name="Freeform 3" id="3"/>
          <p:cNvSpPr/>
          <p:nvPr/>
        </p:nvSpPr>
        <p:spPr>
          <a:xfrm flipH="false" flipV="false" rot="0">
            <a:off x="9144000" y="-405548"/>
            <a:ext cx="11087100" cy="11087100"/>
          </a:xfrm>
          <a:custGeom>
            <a:avLst/>
            <a:gdLst/>
            <a:ahLst/>
            <a:cxnLst/>
            <a:rect r="r" b="b" t="t" l="l"/>
            <a:pathLst>
              <a:path h="11087100" w="11087100">
                <a:moveTo>
                  <a:pt x="0" y="0"/>
                </a:moveTo>
                <a:lnTo>
                  <a:pt x="11087100" y="0"/>
                </a:lnTo>
                <a:lnTo>
                  <a:pt x="11087100" y="11087100"/>
                </a:lnTo>
                <a:lnTo>
                  <a:pt x="0" y="11087100"/>
                </a:lnTo>
                <a:lnTo>
                  <a:pt x="0" y="0"/>
                </a:lnTo>
                <a:close/>
              </a:path>
            </a:pathLst>
          </a:custGeom>
          <a:blipFill>
            <a:blip r:embed="rId2">
              <a:alphaModFix amt="40000"/>
            </a:blip>
            <a:stretch>
              <a:fillRect l="0" t="0" r="0" b="0"/>
            </a:stretch>
          </a:blipFill>
        </p:spPr>
      </p:sp>
      <p:sp>
        <p:nvSpPr>
          <p:cNvPr name="Freeform 4" id="4"/>
          <p:cNvSpPr/>
          <p:nvPr/>
        </p:nvSpPr>
        <p:spPr>
          <a:xfrm flipH="false" flipV="false" rot="0">
            <a:off x="-253441" y="7134204"/>
            <a:ext cx="19316939" cy="7987004"/>
          </a:xfrm>
          <a:custGeom>
            <a:avLst/>
            <a:gdLst/>
            <a:ahLst/>
            <a:cxnLst/>
            <a:rect r="r" b="b" t="t" l="l"/>
            <a:pathLst>
              <a:path h="7987004" w="19316939">
                <a:moveTo>
                  <a:pt x="0" y="0"/>
                </a:moveTo>
                <a:lnTo>
                  <a:pt x="19316940" y="0"/>
                </a:lnTo>
                <a:lnTo>
                  <a:pt x="19316940" y="7987004"/>
                </a:lnTo>
                <a:lnTo>
                  <a:pt x="0" y="7987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173116" y="472320"/>
            <a:ext cx="5995877" cy="9814680"/>
          </a:xfrm>
          <a:custGeom>
            <a:avLst/>
            <a:gdLst/>
            <a:ahLst/>
            <a:cxnLst/>
            <a:rect r="r" b="b" t="t" l="l"/>
            <a:pathLst>
              <a:path h="9814680" w="5995877">
                <a:moveTo>
                  <a:pt x="0" y="0"/>
                </a:moveTo>
                <a:lnTo>
                  <a:pt x="5995877" y="0"/>
                </a:lnTo>
                <a:lnTo>
                  <a:pt x="5995877" y="9814680"/>
                </a:lnTo>
                <a:lnTo>
                  <a:pt x="0" y="98146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890739" y="3205736"/>
            <a:ext cx="7253261" cy="6607061"/>
          </a:xfrm>
          <a:custGeom>
            <a:avLst/>
            <a:gdLst/>
            <a:ahLst/>
            <a:cxnLst/>
            <a:rect r="r" b="b" t="t" l="l"/>
            <a:pathLst>
              <a:path h="6607061" w="7253261">
                <a:moveTo>
                  <a:pt x="0" y="0"/>
                </a:moveTo>
                <a:lnTo>
                  <a:pt x="7253261" y="0"/>
                </a:lnTo>
                <a:lnTo>
                  <a:pt x="7253261" y="6607061"/>
                </a:lnTo>
                <a:lnTo>
                  <a:pt x="0" y="660706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5435343" y="3642615"/>
            <a:ext cx="3553630" cy="6833903"/>
          </a:xfrm>
          <a:custGeom>
            <a:avLst/>
            <a:gdLst/>
            <a:ahLst/>
            <a:cxnLst/>
            <a:rect r="r" b="b" t="t" l="l"/>
            <a:pathLst>
              <a:path h="6833903" w="3553630">
                <a:moveTo>
                  <a:pt x="0" y="0"/>
                </a:moveTo>
                <a:lnTo>
                  <a:pt x="3553630" y="0"/>
                </a:lnTo>
                <a:lnTo>
                  <a:pt x="3553630" y="6833903"/>
                </a:lnTo>
                <a:lnTo>
                  <a:pt x="0" y="683390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2260124" y="4354445"/>
            <a:ext cx="6409949" cy="4978492"/>
          </a:xfrm>
          <a:prstGeom prst="rect">
            <a:avLst/>
          </a:prstGeom>
        </p:spPr>
        <p:txBody>
          <a:bodyPr anchor="t" rtlCol="false" tIns="0" lIns="0" bIns="0" rIns="0">
            <a:spAutoFit/>
          </a:bodyPr>
          <a:lstStyle/>
          <a:p>
            <a:pPr algn="l">
              <a:lnSpc>
                <a:spcPts val="4356"/>
              </a:lnSpc>
            </a:pPr>
            <a:r>
              <a:rPr lang="en-US" sz="3485">
                <a:solidFill>
                  <a:srgbClr val="75200F"/>
                </a:solidFill>
                <a:latin typeface="TDTD가온"/>
                <a:ea typeface="TDTD가온"/>
                <a:cs typeface="TDTD가온"/>
                <a:sym typeface="TDTD가온"/>
              </a:rPr>
              <a:t>Lorem ipsum dolor sit amet, consectetur adipiscing elit. Vivamus semper dapibus magna sit amet egestas. Cras dignissim lacinia cursus. Ut et augue at nisl varius pretium laoreet id neque. Fusce tempor venenatis mi, vitae feugiat nibh condimentum eu. </a:t>
            </a:r>
          </a:p>
        </p:txBody>
      </p:sp>
      <p:sp>
        <p:nvSpPr>
          <p:cNvPr name="TextBox 9" id="9"/>
          <p:cNvSpPr txBox="true"/>
          <p:nvPr/>
        </p:nvSpPr>
        <p:spPr>
          <a:xfrm rot="0">
            <a:off x="1890739" y="1377245"/>
            <a:ext cx="7684209" cy="1301205"/>
          </a:xfrm>
          <a:prstGeom prst="rect">
            <a:avLst/>
          </a:prstGeom>
        </p:spPr>
        <p:txBody>
          <a:bodyPr anchor="t" rtlCol="false" tIns="0" lIns="0" bIns="0" rIns="0">
            <a:spAutoFit/>
          </a:bodyPr>
          <a:lstStyle/>
          <a:p>
            <a:pPr algn="ctr">
              <a:lnSpc>
                <a:spcPts val="10705"/>
              </a:lnSpc>
            </a:pPr>
            <a:r>
              <a:rPr lang="en-US" sz="7646">
                <a:solidFill>
                  <a:srgbClr val="75200F"/>
                </a:solidFill>
                <a:latin typeface="Bagel Fat One"/>
                <a:ea typeface="Bagel Fat One"/>
                <a:cs typeface="Bagel Fat One"/>
                <a:sym typeface="Bagel Fat One"/>
              </a:rPr>
              <a:t>Hasil Data</a:t>
            </a:r>
          </a:p>
        </p:txBody>
      </p:sp>
      <p:sp>
        <p:nvSpPr>
          <p:cNvPr name="Freeform 10" id="10"/>
          <p:cNvSpPr/>
          <p:nvPr/>
        </p:nvSpPr>
        <p:spPr>
          <a:xfrm flipH="false" flipV="false" rot="0">
            <a:off x="-397450" y="-115005"/>
            <a:ext cx="3823964" cy="3003550"/>
          </a:xfrm>
          <a:custGeom>
            <a:avLst/>
            <a:gdLst/>
            <a:ahLst/>
            <a:cxnLst/>
            <a:rect r="r" b="b" t="t" l="l"/>
            <a:pathLst>
              <a:path h="3003550" w="3823964">
                <a:moveTo>
                  <a:pt x="0" y="0"/>
                </a:moveTo>
                <a:lnTo>
                  <a:pt x="3823965" y="0"/>
                </a:lnTo>
                <a:lnTo>
                  <a:pt x="3823965" y="3003551"/>
                </a:lnTo>
                <a:lnTo>
                  <a:pt x="0" y="300355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pic>
        <p:nvPicPr>
          <p:cNvPr name="Picture 11" id="11"/>
          <p:cNvPicPr>
            <a:picLocks noChangeAspect="true"/>
          </p:cNvPicPr>
          <p:nvPr/>
        </p:nvPicPr>
        <p:blipFill>
          <a:blip r:embed="rId13"/>
          <a:stretch>
            <a:fillRect/>
          </a:stretch>
        </p:blipFill>
        <p:spPr>
          <a:xfrm rot="0">
            <a:off x="9944860" y="792714"/>
            <a:ext cx="6452389" cy="9316607"/>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ED3CC"/>
        </a:solidFill>
      </p:bgPr>
    </p:bg>
    <p:spTree>
      <p:nvGrpSpPr>
        <p:cNvPr id="1" name=""/>
        <p:cNvGrpSpPr/>
        <p:nvPr/>
      </p:nvGrpSpPr>
      <p:grpSpPr>
        <a:xfrm>
          <a:off x="0" y="0"/>
          <a:ext cx="0" cy="0"/>
          <a:chOff x="0" y="0"/>
          <a:chExt cx="0" cy="0"/>
        </a:xfrm>
      </p:grpSpPr>
      <p:sp>
        <p:nvSpPr>
          <p:cNvPr name="Freeform 2" id="2"/>
          <p:cNvSpPr/>
          <p:nvPr/>
        </p:nvSpPr>
        <p:spPr>
          <a:xfrm flipH="false" flipV="false" rot="0">
            <a:off x="-1943100" y="-394552"/>
            <a:ext cx="11087100" cy="11087100"/>
          </a:xfrm>
          <a:custGeom>
            <a:avLst/>
            <a:gdLst/>
            <a:ahLst/>
            <a:cxnLst/>
            <a:rect r="r" b="b" t="t" l="l"/>
            <a:pathLst>
              <a:path h="11087100" w="11087100">
                <a:moveTo>
                  <a:pt x="0" y="0"/>
                </a:moveTo>
                <a:lnTo>
                  <a:pt x="11087100" y="0"/>
                </a:lnTo>
                <a:lnTo>
                  <a:pt x="11087100" y="11087100"/>
                </a:lnTo>
                <a:lnTo>
                  <a:pt x="0" y="11087100"/>
                </a:lnTo>
                <a:lnTo>
                  <a:pt x="0" y="0"/>
                </a:lnTo>
                <a:close/>
              </a:path>
            </a:pathLst>
          </a:custGeom>
          <a:blipFill>
            <a:blip r:embed="rId2">
              <a:alphaModFix amt="40000"/>
            </a:blip>
            <a:stretch>
              <a:fillRect l="0" t="0" r="0" b="0"/>
            </a:stretch>
          </a:blipFill>
        </p:spPr>
      </p:sp>
      <p:sp>
        <p:nvSpPr>
          <p:cNvPr name="Freeform 3" id="3"/>
          <p:cNvSpPr/>
          <p:nvPr/>
        </p:nvSpPr>
        <p:spPr>
          <a:xfrm flipH="false" flipV="false" rot="0">
            <a:off x="9144000" y="-405548"/>
            <a:ext cx="11087100" cy="11087100"/>
          </a:xfrm>
          <a:custGeom>
            <a:avLst/>
            <a:gdLst/>
            <a:ahLst/>
            <a:cxnLst/>
            <a:rect r="r" b="b" t="t" l="l"/>
            <a:pathLst>
              <a:path h="11087100" w="11087100">
                <a:moveTo>
                  <a:pt x="0" y="0"/>
                </a:moveTo>
                <a:lnTo>
                  <a:pt x="11087100" y="0"/>
                </a:lnTo>
                <a:lnTo>
                  <a:pt x="11087100" y="11087100"/>
                </a:lnTo>
                <a:lnTo>
                  <a:pt x="0" y="11087100"/>
                </a:lnTo>
                <a:lnTo>
                  <a:pt x="0" y="0"/>
                </a:lnTo>
                <a:close/>
              </a:path>
            </a:pathLst>
          </a:custGeom>
          <a:blipFill>
            <a:blip r:embed="rId2">
              <a:alphaModFix amt="40000"/>
            </a:blip>
            <a:stretch>
              <a:fillRect l="0" t="0" r="0" b="0"/>
            </a:stretch>
          </a:blipFill>
        </p:spPr>
      </p:sp>
      <p:sp>
        <p:nvSpPr>
          <p:cNvPr name="Freeform 4" id="4"/>
          <p:cNvSpPr/>
          <p:nvPr/>
        </p:nvSpPr>
        <p:spPr>
          <a:xfrm flipH="false" flipV="false" rot="0">
            <a:off x="-253441" y="7134204"/>
            <a:ext cx="19316939" cy="7987004"/>
          </a:xfrm>
          <a:custGeom>
            <a:avLst/>
            <a:gdLst/>
            <a:ahLst/>
            <a:cxnLst/>
            <a:rect r="r" b="b" t="t" l="l"/>
            <a:pathLst>
              <a:path h="7987004" w="19316939">
                <a:moveTo>
                  <a:pt x="0" y="0"/>
                </a:moveTo>
                <a:lnTo>
                  <a:pt x="19316940" y="0"/>
                </a:lnTo>
                <a:lnTo>
                  <a:pt x="19316940" y="7987004"/>
                </a:lnTo>
                <a:lnTo>
                  <a:pt x="0" y="7987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287190" y="5648396"/>
            <a:ext cx="4731166" cy="5033155"/>
          </a:xfrm>
          <a:custGeom>
            <a:avLst/>
            <a:gdLst/>
            <a:ahLst/>
            <a:cxnLst/>
            <a:rect r="r" b="b" t="t" l="l"/>
            <a:pathLst>
              <a:path h="5033155" w="4731166">
                <a:moveTo>
                  <a:pt x="0" y="0"/>
                </a:moveTo>
                <a:lnTo>
                  <a:pt x="4731166" y="0"/>
                </a:lnTo>
                <a:lnTo>
                  <a:pt x="4731166" y="5033156"/>
                </a:lnTo>
                <a:lnTo>
                  <a:pt x="0" y="50331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098576" y="2187030"/>
            <a:ext cx="12793417" cy="7071270"/>
          </a:xfrm>
          <a:custGeom>
            <a:avLst/>
            <a:gdLst/>
            <a:ahLst/>
            <a:cxnLst/>
            <a:rect r="r" b="b" t="t" l="l"/>
            <a:pathLst>
              <a:path h="7071270" w="12793417">
                <a:moveTo>
                  <a:pt x="0" y="0"/>
                </a:moveTo>
                <a:lnTo>
                  <a:pt x="12793417" y="0"/>
                </a:lnTo>
                <a:lnTo>
                  <a:pt x="12793417" y="7071270"/>
                </a:lnTo>
                <a:lnTo>
                  <a:pt x="0" y="707127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098576" y="3868177"/>
            <a:ext cx="11371636" cy="4978492"/>
          </a:xfrm>
          <a:prstGeom prst="rect">
            <a:avLst/>
          </a:prstGeom>
        </p:spPr>
        <p:txBody>
          <a:bodyPr anchor="t" rtlCol="false" tIns="0" lIns="0" bIns="0" rIns="0">
            <a:spAutoFit/>
          </a:bodyPr>
          <a:lstStyle/>
          <a:p>
            <a:pPr algn="l" marL="752533" indent="-376267" lvl="1">
              <a:lnSpc>
                <a:spcPts val="4356"/>
              </a:lnSpc>
              <a:buFont typeface="Arial"/>
              <a:buChar char="•"/>
            </a:pPr>
            <a:r>
              <a:rPr lang="en-US" sz="3485">
                <a:solidFill>
                  <a:srgbClr val="75200F"/>
                </a:solidFill>
                <a:latin typeface="TDTD가온"/>
                <a:ea typeface="TDTD가온"/>
                <a:cs typeface="TDTD가온"/>
                <a:sym typeface="TDTD가온"/>
              </a:rPr>
              <a:t>Lorem ipsum dolor sit amet, consectetur adipiscing elit. Vivamus semper dapibus magna sit amet egestas. Cras dignissim lacinia cursus. Ut et augue at nisl varius pretium laoreet id neque. Fusce tempor venenatis mi, vitae feugiat nibh condimentum eu.</a:t>
            </a:r>
          </a:p>
          <a:p>
            <a:pPr algn="l" marL="752533" indent="-376267" lvl="1">
              <a:lnSpc>
                <a:spcPts val="4356"/>
              </a:lnSpc>
              <a:buFont typeface="Arial"/>
              <a:buChar char="•"/>
            </a:pPr>
            <a:r>
              <a:rPr lang="en-US" sz="3485">
                <a:solidFill>
                  <a:srgbClr val="75200F"/>
                </a:solidFill>
                <a:latin typeface="TDTD가온"/>
                <a:ea typeface="TDTD가온"/>
                <a:cs typeface="TDTD가온"/>
                <a:sym typeface="TDTD가온"/>
              </a:rPr>
              <a:t> Proin lectus tortor, eleifend vitae molestie at, sollicitudin et tellus. Praesent sollicitudin sem non imperdiet pretium. Nulla et nulla semper, porta orci vitae, pellentesque leo. </a:t>
            </a:r>
          </a:p>
        </p:txBody>
      </p:sp>
      <p:sp>
        <p:nvSpPr>
          <p:cNvPr name="Freeform 8" id="8"/>
          <p:cNvSpPr/>
          <p:nvPr/>
        </p:nvSpPr>
        <p:spPr>
          <a:xfrm flipH="false" flipV="false" rot="0">
            <a:off x="13027773" y="6319180"/>
            <a:ext cx="9027705" cy="7107266"/>
          </a:xfrm>
          <a:custGeom>
            <a:avLst/>
            <a:gdLst/>
            <a:ahLst/>
            <a:cxnLst/>
            <a:rect r="r" b="b" t="t" l="l"/>
            <a:pathLst>
              <a:path h="7107266" w="9027705">
                <a:moveTo>
                  <a:pt x="0" y="0"/>
                </a:moveTo>
                <a:lnTo>
                  <a:pt x="9027705" y="0"/>
                </a:lnTo>
                <a:lnTo>
                  <a:pt x="9027705" y="7107266"/>
                </a:lnTo>
                <a:lnTo>
                  <a:pt x="0" y="71072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4082881" y="4473387"/>
            <a:ext cx="3268733" cy="3691587"/>
          </a:xfrm>
          <a:custGeom>
            <a:avLst/>
            <a:gdLst/>
            <a:ahLst/>
            <a:cxnLst/>
            <a:rect r="r" b="b" t="t" l="l"/>
            <a:pathLst>
              <a:path h="3691587" w="3268733">
                <a:moveTo>
                  <a:pt x="0" y="0"/>
                </a:moveTo>
                <a:lnTo>
                  <a:pt x="3268733" y="0"/>
                </a:lnTo>
                <a:lnTo>
                  <a:pt x="3268733" y="3691587"/>
                </a:lnTo>
                <a:lnTo>
                  <a:pt x="0" y="369158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0" id="10"/>
          <p:cNvSpPr txBox="true"/>
          <p:nvPr/>
        </p:nvSpPr>
        <p:spPr>
          <a:xfrm rot="0">
            <a:off x="6761233" y="885825"/>
            <a:ext cx="10025965" cy="1301205"/>
          </a:xfrm>
          <a:prstGeom prst="rect">
            <a:avLst/>
          </a:prstGeom>
        </p:spPr>
        <p:txBody>
          <a:bodyPr anchor="t" rtlCol="false" tIns="0" lIns="0" bIns="0" rIns="0">
            <a:spAutoFit/>
          </a:bodyPr>
          <a:lstStyle/>
          <a:p>
            <a:pPr algn="ctr">
              <a:lnSpc>
                <a:spcPts val="10705"/>
              </a:lnSpc>
            </a:pPr>
            <a:r>
              <a:rPr lang="en-US" sz="7646">
                <a:solidFill>
                  <a:srgbClr val="75200F"/>
                </a:solidFill>
                <a:latin typeface="Bagel Fat One"/>
                <a:ea typeface="Bagel Fat One"/>
                <a:cs typeface="Bagel Fat One"/>
                <a:sym typeface="Bagel Fat One"/>
              </a:rPr>
              <a:t>Pembahasan Akhir</a:t>
            </a:r>
          </a:p>
        </p:txBody>
      </p:sp>
      <p:sp>
        <p:nvSpPr>
          <p:cNvPr name="Freeform 11" id="11"/>
          <p:cNvSpPr/>
          <p:nvPr/>
        </p:nvSpPr>
        <p:spPr>
          <a:xfrm flipH="false" flipV="false" rot="0">
            <a:off x="0" y="-480388"/>
            <a:ext cx="3443976" cy="3018175"/>
          </a:xfrm>
          <a:custGeom>
            <a:avLst/>
            <a:gdLst/>
            <a:ahLst/>
            <a:cxnLst/>
            <a:rect r="r" b="b" t="t" l="l"/>
            <a:pathLst>
              <a:path h="3018175" w="3443976">
                <a:moveTo>
                  <a:pt x="0" y="0"/>
                </a:moveTo>
                <a:lnTo>
                  <a:pt x="3443976" y="0"/>
                </a:lnTo>
                <a:lnTo>
                  <a:pt x="3443976" y="3018176"/>
                </a:lnTo>
                <a:lnTo>
                  <a:pt x="0" y="301817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ED3CC"/>
        </a:solidFill>
      </p:bgPr>
    </p:bg>
    <p:spTree>
      <p:nvGrpSpPr>
        <p:cNvPr id="1" name=""/>
        <p:cNvGrpSpPr/>
        <p:nvPr/>
      </p:nvGrpSpPr>
      <p:grpSpPr>
        <a:xfrm>
          <a:off x="0" y="0"/>
          <a:ext cx="0" cy="0"/>
          <a:chOff x="0" y="0"/>
          <a:chExt cx="0" cy="0"/>
        </a:xfrm>
      </p:grpSpPr>
      <p:sp>
        <p:nvSpPr>
          <p:cNvPr name="Freeform 2" id="2"/>
          <p:cNvSpPr/>
          <p:nvPr/>
        </p:nvSpPr>
        <p:spPr>
          <a:xfrm flipH="false" flipV="false" rot="0">
            <a:off x="-1943100" y="-394552"/>
            <a:ext cx="11087100" cy="11087100"/>
          </a:xfrm>
          <a:custGeom>
            <a:avLst/>
            <a:gdLst/>
            <a:ahLst/>
            <a:cxnLst/>
            <a:rect r="r" b="b" t="t" l="l"/>
            <a:pathLst>
              <a:path h="11087100" w="11087100">
                <a:moveTo>
                  <a:pt x="0" y="0"/>
                </a:moveTo>
                <a:lnTo>
                  <a:pt x="11087100" y="0"/>
                </a:lnTo>
                <a:lnTo>
                  <a:pt x="11087100" y="11087100"/>
                </a:lnTo>
                <a:lnTo>
                  <a:pt x="0" y="11087100"/>
                </a:lnTo>
                <a:lnTo>
                  <a:pt x="0" y="0"/>
                </a:lnTo>
                <a:close/>
              </a:path>
            </a:pathLst>
          </a:custGeom>
          <a:blipFill>
            <a:blip r:embed="rId2">
              <a:alphaModFix amt="40000"/>
            </a:blip>
            <a:stretch>
              <a:fillRect l="0" t="0" r="0" b="0"/>
            </a:stretch>
          </a:blipFill>
        </p:spPr>
      </p:sp>
      <p:sp>
        <p:nvSpPr>
          <p:cNvPr name="Freeform 3" id="3"/>
          <p:cNvSpPr/>
          <p:nvPr/>
        </p:nvSpPr>
        <p:spPr>
          <a:xfrm flipH="false" flipV="false" rot="0">
            <a:off x="9144000" y="-405548"/>
            <a:ext cx="11087100" cy="11087100"/>
          </a:xfrm>
          <a:custGeom>
            <a:avLst/>
            <a:gdLst/>
            <a:ahLst/>
            <a:cxnLst/>
            <a:rect r="r" b="b" t="t" l="l"/>
            <a:pathLst>
              <a:path h="11087100" w="11087100">
                <a:moveTo>
                  <a:pt x="0" y="0"/>
                </a:moveTo>
                <a:lnTo>
                  <a:pt x="11087100" y="0"/>
                </a:lnTo>
                <a:lnTo>
                  <a:pt x="11087100" y="11087100"/>
                </a:lnTo>
                <a:lnTo>
                  <a:pt x="0" y="11087100"/>
                </a:lnTo>
                <a:lnTo>
                  <a:pt x="0" y="0"/>
                </a:lnTo>
                <a:close/>
              </a:path>
            </a:pathLst>
          </a:custGeom>
          <a:blipFill>
            <a:blip r:embed="rId2">
              <a:alphaModFix amt="40000"/>
            </a:blip>
            <a:stretch>
              <a:fillRect l="0" t="0" r="0" b="0"/>
            </a:stretch>
          </a:blipFill>
        </p:spPr>
      </p:sp>
      <p:sp>
        <p:nvSpPr>
          <p:cNvPr name="Freeform 4" id="4"/>
          <p:cNvSpPr/>
          <p:nvPr/>
        </p:nvSpPr>
        <p:spPr>
          <a:xfrm flipH="false" flipV="false" rot="0">
            <a:off x="-253441" y="7134204"/>
            <a:ext cx="19316939" cy="7987004"/>
          </a:xfrm>
          <a:custGeom>
            <a:avLst/>
            <a:gdLst/>
            <a:ahLst/>
            <a:cxnLst/>
            <a:rect r="r" b="b" t="t" l="l"/>
            <a:pathLst>
              <a:path h="7987004" w="19316939">
                <a:moveTo>
                  <a:pt x="0" y="0"/>
                </a:moveTo>
                <a:lnTo>
                  <a:pt x="19316940" y="0"/>
                </a:lnTo>
                <a:lnTo>
                  <a:pt x="19316940" y="7987004"/>
                </a:lnTo>
                <a:lnTo>
                  <a:pt x="0" y="7987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7375712" y="2924407"/>
            <a:ext cx="10246003" cy="6333893"/>
          </a:xfrm>
          <a:custGeom>
            <a:avLst/>
            <a:gdLst/>
            <a:ahLst/>
            <a:cxnLst/>
            <a:rect r="r" b="b" t="t" l="l"/>
            <a:pathLst>
              <a:path h="6333893" w="10246003">
                <a:moveTo>
                  <a:pt x="0" y="0"/>
                </a:moveTo>
                <a:lnTo>
                  <a:pt x="10246003" y="0"/>
                </a:lnTo>
                <a:lnTo>
                  <a:pt x="10246003" y="6333893"/>
                </a:lnTo>
                <a:lnTo>
                  <a:pt x="0" y="633389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61607" y="730110"/>
            <a:ext cx="4969583" cy="9556890"/>
          </a:xfrm>
          <a:custGeom>
            <a:avLst/>
            <a:gdLst/>
            <a:ahLst/>
            <a:cxnLst/>
            <a:rect r="r" b="b" t="t" l="l"/>
            <a:pathLst>
              <a:path h="9556890" w="4969583">
                <a:moveTo>
                  <a:pt x="0" y="0"/>
                </a:moveTo>
                <a:lnTo>
                  <a:pt x="4969583" y="0"/>
                </a:lnTo>
                <a:lnTo>
                  <a:pt x="4969583" y="9556890"/>
                </a:lnTo>
                <a:lnTo>
                  <a:pt x="0" y="955689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028700" y="827771"/>
            <a:ext cx="5923098" cy="8876578"/>
          </a:xfrm>
          <a:custGeom>
            <a:avLst/>
            <a:gdLst/>
            <a:ahLst/>
            <a:cxnLst/>
            <a:rect r="r" b="b" t="t" l="l"/>
            <a:pathLst>
              <a:path h="8876578" w="5923098">
                <a:moveTo>
                  <a:pt x="0" y="0"/>
                </a:moveTo>
                <a:lnTo>
                  <a:pt x="5923098" y="0"/>
                </a:lnTo>
                <a:lnTo>
                  <a:pt x="5923098" y="8876578"/>
                </a:lnTo>
                <a:lnTo>
                  <a:pt x="0" y="88765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7997936" y="4140270"/>
            <a:ext cx="8333535" cy="3873592"/>
          </a:xfrm>
          <a:prstGeom prst="rect">
            <a:avLst/>
          </a:prstGeom>
        </p:spPr>
        <p:txBody>
          <a:bodyPr anchor="t" rtlCol="false" tIns="0" lIns="0" bIns="0" rIns="0">
            <a:spAutoFit/>
          </a:bodyPr>
          <a:lstStyle/>
          <a:p>
            <a:pPr algn="l">
              <a:lnSpc>
                <a:spcPts val="4356"/>
              </a:lnSpc>
            </a:pPr>
            <a:r>
              <a:rPr lang="en-US" sz="3485">
                <a:solidFill>
                  <a:srgbClr val="75200F"/>
                </a:solidFill>
                <a:latin typeface="TDTD가온"/>
                <a:ea typeface="TDTD가온"/>
                <a:cs typeface="TDTD가온"/>
                <a:sym typeface="TDTD가온"/>
              </a:rPr>
              <a:t>Lorem ipsum dolor sit amet, consectetur adipiscing elit. Vivamus semper dapibus magna sit amet egestas. Cras dignissim lacinia cursus. Ut et augue at nisl varius pretium laoreet id neque. Fusce tempor venenatis mi, vitae feugiat nibh condimentum eu. </a:t>
            </a:r>
          </a:p>
        </p:txBody>
      </p:sp>
      <p:sp>
        <p:nvSpPr>
          <p:cNvPr name="TextBox 9" id="9"/>
          <p:cNvSpPr txBox="true"/>
          <p:nvPr/>
        </p:nvSpPr>
        <p:spPr>
          <a:xfrm rot="0">
            <a:off x="1177518" y="1933851"/>
            <a:ext cx="5625462" cy="6635842"/>
          </a:xfrm>
          <a:prstGeom prst="rect">
            <a:avLst/>
          </a:prstGeom>
        </p:spPr>
        <p:txBody>
          <a:bodyPr anchor="t" rtlCol="false" tIns="0" lIns="0" bIns="0" rIns="0">
            <a:spAutoFit/>
          </a:bodyPr>
          <a:lstStyle/>
          <a:p>
            <a:pPr algn="l" marL="752533" indent="-376267" lvl="1">
              <a:lnSpc>
                <a:spcPts val="4356"/>
              </a:lnSpc>
              <a:buFont typeface="Arial"/>
              <a:buChar char="•"/>
            </a:pPr>
            <a:r>
              <a:rPr lang="en-US" sz="3485">
                <a:solidFill>
                  <a:srgbClr val="75200F"/>
                </a:solidFill>
                <a:latin typeface="TDTD가온"/>
                <a:ea typeface="TDTD가온"/>
                <a:cs typeface="TDTD가온"/>
                <a:sym typeface="TDTD가온"/>
              </a:rPr>
              <a:t>Lorem ipsum dolor sit amet, consectetur adipiscing elit. Vivamus semper dapibus magna sit amet egestas. </a:t>
            </a:r>
          </a:p>
          <a:p>
            <a:pPr algn="l" marL="752533" indent="-376267" lvl="1">
              <a:lnSpc>
                <a:spcPts val="4356"/>
              </a:lnSpc>
              <a:buFont typeface="Arial"/>
              <a:buChar char="•"/>
            </a:pPr>
            <a:r>
              <a:rPr lang="en-US" sz="3485">
                <a:solidFill>
                  <a:srgbClr val="75200F"/>
                </a:solidFill>
                <a:latin typeface="TDTD가온"/>
                <a:ea typeface="TDTD가온"/>
                <a:cs typeface="TDTD가온"/>
                <a:sym typeface="TDTD가온"/>
              </a:rPr>
              <a:t>Cras dignissim lacinia cursus. Ut et augue at nisl varius pretium laoreet id neque. Fusce tempor venenatis mi, vitae feugiat nibh condimentum eu. </a:t>
            </a:r>
          </a:p>
        </p:txBody>
      </p:sp>
      <p:sp>
        <p:nvSpPr>
          <p:cNvPr name="TextBox 10" id="10"/>
          <p:cNvSpPr txBox="true"/>
          <p:nvPr/>
        </p:nvSpPr>
        <p:spPr>
          <a:xfrm rot="0">
            <a:off x="7971171" y="1072062"/>
            <a:ext cx="7684209" cy="1301205"/>
          </a:xfrm>
          <a:prstGeom prst="rect">
            <a:avLst/>
          </a:prstGeom>
        </p:spPr>
        <p:txBody>
          <a:bodyPr anchor="t" rtlCol="false" tIns="0" lIns="0" bIns="0" rIns="0">
            <a:spAutoFit/>
          </a:bodyPr>
          <a:lstStyle/>
          <a:p>
            <a:pPr algn="ctr">
              <a:lnSpc>
                <a:spcPts val="10705"/>
              </a:lnSpc>
            </a:pPr>
            <a:r>
              <a:rPr lang="en-US" sz="7646">
                <a:solidFill>
                  <a:srgbClr val="75200F"/>
                </a:solidFill>
                <a:latin typeface="Bagel Fat One"/>
                <a:ea typeface="Bagel Fat One"/>
                <a:cs typeface="Bagel Fat One"/>
                <a:sym typeface="Bagel Fat One"/>
              </a:rPr>
              <a:t>Kesimpulan</a:t>
            </a:r>
          </a:p>
        </p:txBody>
      </p:sp>
      <p:sp>
        <p:nvSpPr>
          <p:cNvPr name="Freeform 11" id="11"/>
          <p:cNvSpPr/>
          <p:nvPr/>
        </p:nvSpPr>
        <p:spPr>
          <a:xfrm flipH="false" flipV="false" rot="0">
            <a:off x="13626905" y="5143500"/>
            <a:ext cx="5409130" cy="6655529"/>
          </a:xfrm>
          <a:custGeom>
            <a:avLst/>
            <a:gdLst/>
            <a:ahLst/>
            <a:cxnLst/>
            <a:rect r="r" b="b" t="t" l="l"/>
            <a:pathLst>
              <a:path h="6655529" w="5409130">
                <a:moveTo>
                  <a:pt x="0" y="0"/>
                </a:moveTo>
                <a:lnTo>
                  <a:pt x="5409130" y="0"/>
                </a:lnTo>
                <a:lnTo>
                  <a:pt x="5409130" y="6655529"/>
                </a:lnTo>
                <a:lnTo>
                  <a:pt x="0" y="665552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ED3CC"/>
        </a:solidFill>
      </p:bgPr>
    </p:bg>
    <p:spTree>
      <p:nvGrpSpPr>
        <p:cNvPr id="1" name=""/>
        <p:cNvGrpSpPr/>
        <p:nvPr/>
      </p:nvGrpSpPr>
      <p:grpSpPr>
        <a:xfrm>
          <a:off x="0" y="0"/>
          <a:ext cx="0" cy="0"/>
          <a:chOff x="0" y="0"/>
          <a:chExt cx="0" cy="0"/>
        </a:xfrm>
      </p:grpSpPr>
      <p:sp>
        <p:nvSpPr>
          <p:cNvPr name="Freeform 2" id="2"/>
          <p:cNvSpPr/>
          <p:nvPr/>
        </p:nvSpPr>
        <p:spPr>
          <a:xfrm flipH="false" flipV="false" rot="0">
            <a:off x="-1943100" y="-394552"/>
            <a:ext cx="11087100" cy="11087100"/>
          </a:xfrm>
          <a:custGeom>
            <a:avLst/>
            <a:gdLst/>
            <a:ahLst/>
            <a:cxnLst/>
            <a:rect r="r" b="b" t="t" l="l"/>
            <a:pathLst>
              <a:path h="11087100" w="11087100">
                <a:moveTo>
                  <a:pt x="0" y="0"/>
                </a:moveTo>
                <a:lnTo>
                  <a:pt x="11087100" y="0"/>
                </a:lnTo>
                <a:lnTo>
                  <a:pt x="11087100" y="11087100"/>
                </a:lnTo>
                <a:lnTo>
                  <a:pt x="0" y="11087100"/>
                </a:lnTo>
                <a:lnTo>
                  <a:pt x="0" y="0"/>
                </a:lnTo>
                <a:close/>
              </a:path>
            </a:pathLst>
          </a:custGeom>
          <a:blipFill>
            <a:blip r:embed="rId2">
              <a:alphaModFix amt="40000"/>
            </a:blip>
            <a:stretch>
              <a:fillRect l="0" t="0" r="0" b="0"/>
            </a:stretch>
          </a:blipFill>
        </p:spPr>
      </p:sp>
      <p:sp>
        <p:nvSpPr>
          <p:cNvPr name="Freeform 3" id="3"/>
          <p:cNvSpPr/>
          <p:nvPr/>
        </p:nvSpPr>
        <p:spPr>
          <a:xfrm flipH="false" flipV="false" rot="0">
            <a:off x="9144000" y="-405548"/>
            <a:ext cx="11087100" cy="11087100"/>
          </a:xfrm>
          <a:custGeom>
            <a:avLst/>
            <a:gdLst/>
            <a:ahLst/>
            <a:cxnLst/>
            <a:rect r="r" b="b" t="t" l="l"/>
            <a:pathLst>
              <a:path h="11087100" w="11087100">
                <a:moveTo>
                  <a:pt x="0" y="0"/>
                </a:moveTo>
                <a:lnTo>
                  <a:pt x="11087100" y="0"/>
                </a:lnTo>
                <a:lnTo>
                  <a:pt x="11087100" y="11087100"/>
                </a:lnTo>
                <a:lnTo>
                  <a:pt x="0" y="11087100"/>
                </a:lnTo>
                <a:lnTo>
                  <a:pt x="0" y="0"/>
                </a:lnTo>
                <a:close/>
              </a:path>
            </a:pathLst>
          </a:custGeom>
          <a:blipFill>
            <a:blip r:embed="rId2">
              <a:alphaModFix amt="40000"/>
            </a:blip>
            <a:stretch>
              <a:fillRect l="0" t="0" r="0" b="0"/>
            </a:stretch>
          </a:blipFill>
        </p:spPr>
      </p:sp>
      <p:sp>
        <p:nvSpPr>
          <p:cNvPr name="Freeform 4" id="4"/>
          <p:cNvSpPr/>
          <p:nvPr/>
        </p:nvSpPr>
        <p:spPr>
          <a:xfrm flipH="false" flipV="false" rot="0">
            <a:off x="-253441" y="7134204"/>
            <a:ext cx="19316939" cy="7987004"/>
          </a:xfrm>
          <a:custGeom>
            <a:avLst/>
            <a:gdLst/>
            <a:ahLst/>
            <a:cxnLst/>
            <a:rect r="r" b="b" t="t" l="l"/>
            <a:pathLst>
              <a:path h="7987004" w="19316939">
                <a:moveTo>
                  <a:pt x="0" y="0"/>
                </a:moveTo>
                <a:lnTo>
                  <a:pt x="19316940" y="0"/>
                </a:lnTo>
                <a:lnTo>
                  <a:pt x="19316940" y="7987004"/>
                </a:lnTo>
                <a:lnTo>
                  <a:pt x="0" y="7987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69653" y="375415"/>
            <a:ext cx="6016456" cy="9536169"/>
          </a:xfrm>
          <a:custGeom>
            <a:avLst/>
            <a:gdLst/>
            <a:ahLst/>
            <a:cxnLst/>
            <a:rect r="r" b="b" t="t" l="l"/>
            <a:pathLst>
              <a:path h="9536169" w="6016456">
                <a:moveTo>
                  <a:pt x="6016456" y="0"/>
                </a:moveTo>
                <a:lnTo>
                  <a:pt x="0" y="0"/>
                </a:lnTo>
                <a:lnTo>
                  <a:pt x="0" y="9536170"/>
                </a:lnTo>
                <a:lnTo>
                  <a:pt x="6016456" y="9536170"/>
                </a:lnTo>
                <a:lnTo>
                  <a:pt x="601645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938575" y="1725445"/>
            <a:ext cx="12247101" cy="6836109"/>
          </a:xfrm>
          <a:custGeom>
            <a:avLst/>
            <a:gdLst/>
            <a:ahLst/>
            <a:cxnLst/>
            <a:rect r="r" b="b" t="t" l="l"/>
            <a:pathLst>
              <a:path h="6836109" w="12247101">
                <a:moveTo>
                  <a:pt x="0" y="0"/>
                </a:moveTo>
                <a:lnTo>
                  <a:pt x="12247101" y="0"/>
                </a:lnTo>
                <a:lnTo>
                  <a:pt x="12247101" y="6836110"/>
                </a:lnTo>
                <a:lnTo>
                  <a:pt x="0" y="68361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4945298" y="2270285"/>
            <a:ext cx="8397404" cy="4704968"/>
          </a:xfrm>
          <a:prstGeom prst="rect">
            <a:avLst/>
          </a:prstGeom>
        </p:spPr>
        <p:txBody>
          <a:bodyPr anchor="t" rtlCol="false" tIns="0" lIns="0" bIns="0" rIns="0">
            <a:spAutoFit/>
          </a:bodyPr>
          <a:lstStyle/>
          <a:p>
            <a:pPr algn="ctr">
              <a:lnSpc>
                <a:spcPts val="18922"/>
              </a:lnSpc>
            </a:pPr>
            <a:r>
              <a:rPr lang="en-US" sz="13516">
                <a:solidFill>
                  <a:srgbClr val="75200F"/>
                </a:solidFill>
                <a:latin typeface="Bagel Fat One"/>
                <a:ea typeface="Bagel Fat One"/>
                <a:cs typeface="Bagel Fat One"/>
                <a:sym typeface="Bagel Fat One"/>
              </a:rPr>
              <a:t>Terima Kasih</a:t>
            </a:r>
          </a:p>
        </p:txBody>
      </p:sp>
      <p:sp>
        <p:nvSpPr>
          <p:cNvPr name="Freeform 8" id="8"/>
          <p:cNvSpPr/>
          <p:nvPr/>
        </p:nvSpPr>
        <p:spPr>
          <a:xfrm flipH="false" flipV="false" rot="0">
            <a:off x="10448693" y="6605589"/>
            <a:ext cx="9473966" cy="5305421"/>
          </a:xfrm>
          <a:custGeom>
            <a:avLst/>
            <a:gdLst/>
            <a:ahLst/>
            <a:cxnLst/>
            <a:rect r="r" b="b" t="t" l="l"/>
            <a:pathLst>
              <a:path h="5305421" w="9473966">
                <a:moveTo>
                  <a:pt x="0" y="0"/>
                </a:moveTo>
                <a:lnTo>
                  <a:pt x="9473966" y="0"/>
                </a:lnTo>
                <a:lnTo>
                  <a:pt x="9473966" y="5305422"/>
                </a:lnTo>
                <a:lnTo>
                  <a:pt x="0" y="53054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4683871" y="3610847"/>
            <a:ext cx="2910286" cy="4114800"/>
          </a:xfrm>
          <a:custGeom>
            <a:avLst/>
            <a:gdLst/>
            <a:ahLst/>
            <a:cxnLst/>
            <a:rect r="r" b="b" t="t" l="l"/>
            <a:pathLst>
              <a:path h="4114800" w="2910286">
                <a:moveTo>
                  <a:pt x="0" y="0"/>
                </a:moveTo>
                <a:lnTo>
                  <a:pt x="2910286" y="0"/>
                </a:lnTo>
                <a:lnTo>
                  <a:pt x="2910286"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12930784" y="6605589"/>
            <a:ext cx="2254892" cy="1459530"/>
          </a:xfrm>
          <a:custGeom>
            <a:avLst/>
            <a:gdLst/>
            <a:ahLst/>
            <a:cxnLst/>
            <a:rect r="r" b="b" t="t" l="l"/>
            <a:pathLst>
              <a:path h="1459530" w="2254892">
                <a:moveTo>
                  <a:pt x="0" y="0"/>
                </a:moveTo>
                <a:lnTo>
                  <a:pt x="2254892" y="0"/>
                </a:lnTo>
                <a:lnTo>
                  <a:pt x="2254892" y="1459531"/>
                </a:lnTo>
                <a:lnTo>
                  <a:pt x="0" y="145953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ED3CC"/>
        </a:solidFill>
      </p:bgPr>
    </p:bg>
    <p:spTree>
      <p:nvGrpSpPr>
        <p:cNvPr id="1" name=""/>
        <p:cNvGrpSpPr/>
        <p:nvPr/>
      </p:nvGrpSpPr>
      <p:grpSpPr>
        <a:xfrm>
          <a:off x="0" y="0"/>
          <a:ext cx="0" cy="0"/>
          <a:chOff x="0" y="0"/>
          <a:chExt cx="0" cy="0"/>
        </a:xfrm>
      </p:grpSpPr>
      <p:sp>
        <p:nvSpPr>
          <p:cNvPr name="Freeform 2" id="2"/>
          <p:cNvSpPr/>
          <p:nvPr/>
        </p:nvSpPr>
        <p:spPr>
          <a:xfrm flipH="false" flipV="false" rot="0">
            <a:off x="-1943100" y="-394552"/>
            <a:ext cx="11087100" cy="11087100"/>
          </a:xfrm>
          <a:custGeom>
            <a:avLst/>
            <a:gdLst/>
            <a:ahLst/>
            <a:cxnLst/>
            <a:rect r="r" b="b" t="t" l="l"/>
            <a:pathLst>
              <a:path h="11087100" w="11087100">
                <a:moveTo>
                  <a:pt x="0" y="0"/>
                </a:moveTo>
                <a:lnTo>
                  <a:pt x="11087100" y="0"/>
                </a:lnTo>
                <a:lnTo>
                  <a:pt x="11087100" y="11087100"/>
                </a:lnTo>
                <a:lnTo>
                  <a:pt x="0" y="11087100"/>
                </a:lnTo>
                <a:lnTo>
                  <a:pt x="0" y="0"/>
                </a:lnTo>
                <a:close/>
              </a:path>
            </a:pathLst>
          </a:custGeom>
          <a:blipFill>
            <a:blip r:embed="rId2">
              <a:alphaModFix amt="40000"/>
            </a:blip>
            <a:stretch>
              <a:fillRect l="0" t="0" r="0" b="0"/>
            </a:stretch>
          </a:blipFill>
        </p:spPr>
      </p:sp>
      <p:sp>
        <p:nvSpPr>
          <p:cNvPr name="Freeform 3" id="3"/>
          <p:cNvSpPr/>
          <p:nvPr/>
        </p:nvSpPr>
        <p:spPr>
          <a:xfrm flipH="false" flipV="false" rot="0">
            <a:off x="9144000" y="-405548"/>
            <a:ext cx="11087100" cy="11087100"/>
          </a:xfrm>
          <a:custGeom>
            <a:avLst/>
            <a:gdLst/>
            <a:ahLst/>
            <a:cxnLst/>
            <a:rect r="r" b="b" t="t" l="l"/>
            <a:pathLst>
              <a:path h="11087100" w="11087100">
                <a:moveTo>
                  <a:pt x="0" y="0"/>
                </a:moveTo>
                <a:lnTo>
                  <a:pt x="11087100" y="0"/>
                </a:lnTo>
                <a:lnTo>
                  <a:pt x="11087100" y="11087100"/>
                </a:lnTo>
                <a:lnTo>
                  <a:pt x="0" y="11087100"/>
                </a:lnTo>
                <a:lnTo>
                  <a:pt x="0" y="0"/>
                </a:lnTo>
                <a:close/>
              </a:path>
            </a:pathLst>
          </a:custGeom>
          <a:blipFill>
            <a:blip r:embed="rId2">
              <a:alphaModFix amt="40000"/>
            </a:blip>
            <a:stretch>
              <a:fillRect l="0" t="0" r="0" b="0"/>
            </a:stretch>
          </a:blipFill>
        </p:spPr>
      </p:sp>
      <p:sp>
        <p:nvSpPr>
          <p:cNvPr name="Freeform 4" id="4"/>
          <p:cNvSpPr/>
          <p:nvPr/>
        </p:nvSpPr>
        <p:spPr>
          <a:xfrm flipH="false" flipV="false" rot="0">
            <a:off x="-253441" y="7134204"/>
            <a:ext cx="19316939" cy="7987004"/>
          </a:xfrm>
          <a:custGeom>
            <a:avLst/>
            <a:gdLst/>
            <a:ahLst/>
            <a:cxnLst/>
            <a:rect r="r" b="b" t="t" l="l"/>
            <a:pathLst>
              <a:path h="7987004" w="19316939">
                <a:moveTo>
                  <a:pt x="0" y="0"/>
                </a:moveTo>
                <a:lnTo>
                  <a:pt x="19316940" y="0"/>
                </a:lnTo>
                <a:lnTo>
                  <a:pt x="19316940" y="7987004"/>
                </a:lnTo>
                <a:lnTo>
                  <a:pt x="0" y="7987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3300121" y="1403418"/>
            <a:ext cx="11687757" cy="7480165"/>
          </a:xfrm>
          <a:custGeom>
            <a:avLst/>
            <a:gdLst/>
            <a:ahLst/>
            <a:cxnLst/>
            <a:rect r="r" b="b" t="t" l="l"/>
            <a:pathLst>
              <a:path h="7480165" w="11687757">
                <a:moveTo>
                  <a:pt x="0" y="0"/>
                </a:moveTo>
                <a:lnTo>
                  <a:pt x="11687758" y="0"/>
                </a:lnTo>
                <a:lnTo>
                  <a:pt x="11687758" y="7480164"/>
                </a:lnTo>
                <a:lnTo>
                  <a:pt x="0" y="74801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4945298" y="2199661"/>
            <a:ext cx="8397404" cy="4704968"/>
          </a:xfrm>
          <a:prstGeom prst="rect">
            <a:avLst/>
          </a:prstGeom>
        </p:spPr>
        <p:txBody>
          <a:bodyPr anchor="t" rtlCol="false" tIns="0" lIns="0" bIns="0" rIns="0">
            <a:spAutoFit/>
          </a:bodyPr>
          <a:lstStyle/>
          <a:p>
            <a:pPr algn="ctr">
              <a:lnSpc>
                <a:spcPts val="18922"/>
              </a:lnSpc>
            </a:pPr>
            <a:r>
              <a:rPr lang="en-US" sz="13516">
                <a:solidFill>
                  <a:srgbClr val="75200F"/>
                </a:solidFill>
                <a:latin typeface="Bagel Fat One"/>
                <a:ea typeface="Bagel Fat One"/>
                <a:cs typeface="Bagel Fat One"/>
                <a:sym typeface="Bagel Fat One"/>
              </a:rPr>
              <a:t>Mari Diskusi</a:t>
            </a:r>
          </a:p>
        </p:txBody>
      </p:sp>
      <p:sp>
        <p:nvSpPr>
          <p:cNvPr name="Freeform 7" id="7"/>
          <p:cNvSpPr/>
          <p:nvPr/>
        </p:nvSpPr>
        <p:spPr>
          <a:xfrm flipH="false" flipV="false" rot="0">
            <a:off x="3834722" y="7134204"/>
            <a:ext cx="10618555" cy="5444423"/>
          </a:xfrm>
          <a:custGeom>
            <a:avLst/>
            <a:gdLst/>
            <a:ahLst/>
            <a:cxnLst/>
            <a:rect r="r" b="b" t="t" l="l"/>
            <a:pathLst>
              <a:path h="5444423" w="10618555">
                <a:moveTo>
                  <a:pt x="0" y="0"/>
                </a:moveTo>
                <a:lnTo>
                  <a:pt x="10618556" y="0"/>
                </a:lnTo>
                <a:lnTo>
                  <a:pt x="10618556" y="5444423"/>
                </a:lnTo>
                <a:lnTo>
                  <a:pt x="0" y="54444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7834745" y="7200900"/>
            <a:ext cx="2618509" cy="4114800"/>
          </a:xfrm>
          <a:custGeom>
            <a:avLst/>
            <a:gdLst/>
            <a:ahLst/>
            <a:cxnLst/>
            <a:rect r="r" b="b" t="t" l="l"/>
            <a:pathLst>
              <a:path h="4114800" w="2618509">
                <a:moveTo>
                  <a:pt x="0" y="0"/>
                </a:moveTo>
                <a:lnTo>
                  <a:pt x="2618510" y="0"/>
                </a:lnTo>
                <a:lnTo>
                  <a:pt x="26185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4687550" y="2204551"/>
            <a:ext cx="4301423" cy="8271967"/>
          </a:xfrm>
          <a:custGeom>
            <a:avLst/>
            <a:gdLst/>
            <a:ahLst/>
            <a:cxnLst/>
            <a:rect r="r" b="b" t="t" l="l"/>
            <a:pathLst>
              <a:path h="8271967" w="4301423">
                <a:moveTo>
                  <a:pt x="0" y="0"/>
                </a:moveTo>
                <a:lnTo>
                  <a:pt x="4301423" y="0"/>
                </a:lnTo>
                <a:lnTo>
                  <a:pt x="4301423" y="8271967"/>
                </a:lnTo>
                <a:lnTo>
                  <a:pt x="0" y="827196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253441" y="5443363"/>
            <a:ext cx="4731166" cy="5033155"/>
          </a:xfrm>
          <a:custGeom>
            <a:avLst/>
            <a:gdLst/>
            <a:ahLst/>
            <a:cxnLst/>
            <a:rect r="r" b="b" t="t" l="l"/>
            <a:pathLst>
              <a:path h="5033155" w="4731166">
                <a:moveTo>
                  <a:pt x="0" y="0"/>
                </a:moveTo>
                <a:lnTo>
                  <a:pt x="4731166" y="0"/>
                </a:lnTo>
                <a:lnTo>
                  <a:pt x="4731166" y="5033155"/>
                </a:lnTo>
                <a:lnTo>
                  <a:pt x="0" y="503315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DAGuWBEzdJI</dc:identifier>
  <dcterms:modified xsi:type="dcterms:W3CDTF">2011-08-01T06:04:30Z</dcterms:modified>
  <cp:revision>1</cp:revision>
  <dc:title>Cokelat dan Krem Lucu Kreatif Tugas Kelompok Presentasi</dc:title>
</cp:coreProperties>
</file>